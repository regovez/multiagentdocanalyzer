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</p:sldMasterIdLst>
  <p:notesMasterIdLst>
    <p:notesMasterId r:id="rId6"/>
  </p:notesMasterIdLst>
  <p:handoutMasterIdLst>
    <p:handoutMasterId r:id="rId7"/>
  </p:handoutMasterIdLst>
  <p:sldIdLst>
    <p:sldId id="931" r:id="rId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2BFE8E1-2C9B-DD4C-80A4-2ACF40DECE2E}">
          <p14:sldIdLst/>
        </p14:section>
        <p14:section name="Survey Responses" id="{722E0BC0-B944-0748-821F-A303D5125656}">
          <p14:sldIdLst>
            <p14:sldId id="9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191301-376F-864E-862C-8EAE238F6A4B}" name="Santini, Andréa" initials="SA" userId="S::andrea.santini@accenture.com::426b7daf-8c36-440e-b7a6-c38a65b6929f" providerId="AD"/>
  <p188:author id="{D05CA914-7DC9-60D2-8911-9AA9AEF6B948}" name="Bertorelli, Eloisa" initials="" userId="S::eloisa.bertorelli@accenture.com::80eab2e9-142e-44fc-b95d-f6911bc46a14" providerId="AD"/>
  <p188:author id="{D42CFD33-CA96-B80D-6164-A403048B4BB5}" name="Gonzalez, Clara" initials="" userId="S::clara.gonzalez@accenture.com::a94196a8-3606-4a10-9e5d-b2c315ce9acb" providerId="AD"/>
  <p188:author id="{283C7B6C-D1B7-B4D9-0F16-3E342206DE97}" name="Bernero, Bo" initials="" userId="S::bo.bernero@accenture.com::038b8381-bee1-495b-9366-6f9d3c62105f" providerId="AD"/>
  <p188:author id="{0E73D874-EBD8-68E4-2E46-117214CC62E4}" name="Robledo, Martu" initials="MR" userId="S::martin.robledo@accenture.com::11410a32-82ed-43e7-9588-dc918e484bab" providerId="AD"/>
  <p188:author id="{9DC5BE7D-D1FB-853D-A22F-DE53A4792DC5}" name="Villarreal Jiménez, Scarleth" initials="SV" userId="S::s.villarreal.jimenez@accenture.com::04f9cf1f-9ff4-43ff-8a7e-af3267bfe7da" providerId="AD"/>
  <p188:author id="{5C758582-2FC8-1A52-D5FB-B3878EDC6774}" name="Santini, Andréa; Bernero, Bo" initials="SAN" userId="Santini, Andréa; Bernero, Bo" providerId="None"/>
  <p188:author id="{75F8DC9E-226B-6C3A-0C87-181D918A683C}" name="Iudice, Luciana Inés" initials="" userId="S::luciana.ines.iudice@accenture.com::20b7ef9e-58b0-4db3-888c-a9ffac62ee13" providerId="AD"/>
  <p188:author id="{AC2D28BC-4D77-CC7A-109C-B403230212B8}" name="Walsh, Autumn" initials="WA" userId="S::autumn.walsh@accenture.com::a29a7807-03ff-4b0e-8384-a68ad42d5eb0" providerId="AD"/>
  <p188:author id="{AFC317D8-5546-59C2-C49A-3BE166EDE0E8}" name="Chan, Phoebe" initials="" userId="S::phoebe.chan@accenture.com::fcc2f6c5-7c76-487f-a6e9-3be7c83ecf8b" providerId="AD"/>
  <p188:author id="{3A29D8E7-072C-FA7B-EC56-7B47AC7CD8C7}" name="Alex-Vasey, Gregory" initials="" userId="S::gregory.vasey@accenture.com::b696857f-d849-4733-9dcf-790ccea696e3" providerId="AD"/>
  <p188:author id="{17E0CEF8-8283-8512-250C-DB1C65CC29DB}" name="Andrea Santini" initials="SAN" userId="Andrea Santin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0073"/>
    <a:srgbClr val="FFFFFF"/>
    <a:srgbClr val="450073"/>
    <a:srgbClr val="000000"/>
    <a:srgbClr val="AE29FF"/>
    <a:srgbClr val="05F2DB"/>
    <a:srgbClr val="224BFF"/>
    <a:srgbClr val="06112B"/>
    <a:srgbClr val="214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E853440-0782-1D68-D2FD-933DEA336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BAE373-49AC-5B9F-BD8D-665F4397E9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787D-70D5-9549-AC5E-9D4C1BFA0564}" type="datetimeFigureOut">
              <a:rPr lang="en-US" smtClean="0">
                <a:latin typeface="Arial" panose="020B0604020202020204" pitchFamily="34" charset="0"/>
              </a:rPr>
              <a:t>2/18/2026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D5359E-0814-051B-B036-A156852593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2F9671-5EF1-8E9F-DD2A-21863ED21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2F477-6371-B744-A7EB-E94ECCEEDA65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0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FBA1538-8606-2D42-9B67-EB3CAAF1E29B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F681651-9904-804F-8355-78350773C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89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377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566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754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0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75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38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25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88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2698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097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56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65857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6597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462864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678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1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74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7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378140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3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50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3327608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08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 userDrawn="1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474107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214261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599"/>
            <a:ext cx="4958430" cy="8625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68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64654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17967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6150898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286054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7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87942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39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1824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46366"/>
            <a:ext cx="4489017" cy="257258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25679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750423"/>
            <a:ext cx="4489017" cy="29644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6653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20240"/>
            <a:ext cx="4489017" cy="262483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7513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802674"/>
            <a:ext cx="5098087" cy="2859966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5997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73895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25189"/>
            <a:ext cx="7200000" cy="2207620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Arial" panose="020B0604020202020204" pitchFamily="34" charset="0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01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  <p15:guide id="2" pos="2880" userDrawn="1">
          <p15:clr>
            <a:srgbClr val="C35EA4"/>
          </p15:clr>
        </p15:guide>
        <p15:guide id="3" orient="horz" pos="2707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12126"/>
            <a:ext cx="7200000" cy="223374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285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209298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070580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86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83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</a:defRPr>
            </a:lvl3pPr>
            <a:lvl4pPr>
              <a:defRPr sz="1400" b="0" i="0">
                <a:latin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69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46049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001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747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037627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5579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6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698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5FC628-50A5-B1A6-05ED-725C3D17E4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472551"/>
            <a:ext cx="2285996" cy="820674"/>
          </a:xfrm>
        </p:spPr>
        <p:txBody>
          <a:bodyPr tIns="0" anchor="ctr">
            <a:spAutoFit/>
          </a:bodyPr>
          <a:lstStyle>
            <a:lvl1pPr marL="0" indent="0"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90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0CDE8D91-A0EC-6264-EF38-70D727355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397304"/>
            <a:ext cx="2285996" cy="910593"/>
          </a:xfrm>
        </p:spPr>
        <p:txBody>
          <a:bodyPr anchor="ctr">
            <a:noAutofit/>
          </a:bodyPr>
          <a:lstStyle>
            <a:lvl1pPr marL="0" indent="0"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93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52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1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890" r:id="rId2"/>
    <p:sldLayoutId id="2147483893" r:id="rId3"/>
    <p:sldLayoutId id="2147483772" r:id="rId4"/>
    <p:sldLayoutId id="2147483897" r:id="rId5"/>
    <p:sldLayoutId id="2147483777" r:id="rId6"/>
    <p:sldLayoutId id="2147483799" r:id="rId7"/>
    <p:sldLayoutId id="2147483871" r:id="rId8"/>
    <p:sldLayoutId id="2147483872" r:id="rId9"/>
    <p:sldLayoutId id="2147483761" r:id="rId10"/>
    <p:sldLayoutId id="2147483760" r:id="rId11"/>
    <p:sldLayoutId id="2147483882" r:id="rId12"/>
    <p:sldLayoutId id="2147483849" r:id="rId13"/>
    <p:sldLayoutId id="2147483867" r:id="rId14"/>
    <p:sldLayoutId id="2147483879" r:id="rId15"/>
    <p:sldLayoutId id="2147483878" r:id="rId16"/>
    <p:sldLayoutId id="2147483649" r:id="rId17"/>
    <p:sldLayoutId id="2147483778" r:id="rId18"/>
    <p:sldLayoutId id="2147483864" r:id="rId19"/>
    <p:sldLayoutId id="2147483779" r:id="rId20"/>
    <p:sldLayoutId id="2147483865" r:id="rId21"/>
    <p:sldLayoutId id="2147483837" r:id="rId22"/>
    <p:sldLayoutId id="2147483781" r:id="rId23"/>
    <p:sldLayoutId id="2147483782" r:id="rId24"/>
    <p:sldLayoutId id="2147483783" r:id="rId25"/>
    <p:sldLayoutId id="2147483784" r:id="rId26"/>
    <p:sldLayoutId id="2147483876" r:id="rId27"/>
    <p:sldLayoutId id="2147483880" r:id="rId28"/>
    <p:sldLayoutId id="2147483873" r:id="rId29"/>
    <p:sldLayoutId id="2147483868" r:id="rId30"/>
    <p:sldLayoutId id="2147483869" r:id="rId31"/>
    <p:sldLayoutId id="2147483883" r:id="rId32"/>
    <p:sldLayoutId id="2147483861" r:id="rId33"/>
    <p:sldLayoutId id="2147483851" r:id="rId34"/>
    <p:sldLayoutId id="2147483792" r:id="rId35"/>
    <p:sldLayoutId id="2147483793" r:id="rId36"/>
    <p:sldLayoutId id="2147483875" r:id="rId37"/>
    <p:sldLayoutId id="2147483845" r:id="rId38"/>
    <p:sldLayoutId id="2147483857" r:id="rId39"/>
    <p:sldLayoutId id="2147483786" r:id="rId40"/>
    <p:sldLayoutId id="2147483787" r:id="rId41"/>
    <p:sldLayoutId id="2147483788" r:id="rId42"/>
    <p:sldLayoutId id="2147483858" r:id="rId43"/>
    <p:sldLayoutId id="2147483866" r:id="rId44"/>
    <p:sldLayoutId id="2147483790" r:id="rId45"/>
    <p:sldLayoutId id="2147483791" r:id="rId46"/>
    <p:sldLayoutId id="2147483863" r:id="rId47"/>
    <p:sldLayoutId id="2147483877" r:id="rId48"/>
    <p:sldLayoutId id="2147483795" r:id="rId49"/>
    <p:sldLayoutId id="2147483862" r:id="rId50"/>
    <p:sldLayoutId id="2147483794" r:id="rId51"/>
    <p:sldLayoutId id="2147483860" r:id="rId52"/>
    <p:sldLayoutId id="2147483833" r:id="rId53"/>
    <p:sldLayoutId id="2147483870" r:id="rId54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5ACBF0"/>
          </p15:clr>
        </p15:guide>
        <p15:guide id="8" pos="347" userDrawn="1">
          <p15:clr>
            <a:srgbClr val="9FCC3B"/>
          </p15:clr>
        </p15:guide>
        <p15:guide id="9" pos="733" userDrawn="1">
          <p15:clr>
            <a:srgbClr val="C35EA4"/>
          </p15:clr>
        </p15:guide>
        <p15:guide id="10" pos="7514" userDrawn="1">
          <p15:clr>
            <a:srgbClr val="5ACBF0"/>
          </p15:clr>
        </p15:guide>
        <p15:guide id="11" pos="166" userDrawn="1">
          <p15:clr>
            <a:srgbClr val="5ACBF0"/>
          </p15:clr>
        </p15:guide>
        <p15:guide id="12" orient="horz" pos="4156" userDrawn="1">
          <p15:clr>
            <a:srgbClr val="5ACBF0"/>
          </p15:clr>
        </p15:guide>
        <p15:guide id="13" pos="7333" userDrawn="1">
          <p15:clr>
            <a:srgbClr val="9FCC3B"/>
          </p15:clr>
        </p15:guide>
        <p15:guide id="14" orient="horz" pos="346" userDrawn="1">
          <p15:clr>
            <a:srgbClr val="9FCC3B"/>
          </p15:clr>
        </p15:guide>
        <p15:guide id="15" orient="horz" pos="3974" userDrawn="1">
          <p15:clr>
            <a:srgbClr val="9FCC3B"/>
          </p15:clr>
        </p15:guide>
        <p15:guide id="16" orient="horz" pos="845" userDrawn="1">
          <p15:clr>
            <a:srgbClr val="A4A3A4"/>
          </p15:clr>
        </p15:guide>
        <p15:guide id="17" orient="horz" pos="3861" userDrawn="1">
          <p15:clr>
            <a:srgbClr val="A4A3A4"/>
          </p15:clr>
        </p15:guide>
        <p15:guide id="18" pos="6924" userDrawn="1">
          <p15:clr>
            <a:srgbClr val="C35EA4"/>
          </p15:clr>
        </p15:guide>
        <p15:guide id="19" orient="horz" pos="1162" userDrawn="1">
          <p15:clr>
            <a:srgbClr val="FDE53C"/>
          </p15:clr>
        </p15:guide>
        <p15:guide id="20" pos="7015" userDrawn="1">
          <p15:clr>
            <a:srgbClr val="F26B43"/>
          </p15:clr>
        </p15:guide>
        <p15:guide id="21" pos="6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EFB0FE-D8D6-61C0-9C6D-29C4798D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A7B5D9-462F-DBC5-CEED-1413FF2F9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3009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ArialBold-Arial">
      <a:majorFont>
        <a:latin typeface="Arial Bold"/>
        <a:ea typeface=""/>
        <a:cs typeface=""/>
      </a:majorFont>
      <a:minorFont>
        <a:latin typeface="Arial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Arial_v22_Accessibility" id="{33788C37-3639-4140-8F0B-137AF9F415CF}" vid="{FB67132C-5BE2-C84B-880F-CAB79776028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490fd2-3874-498a-a766-2fc8121cd514">
      <Terms xmlns="http://schemas.microsoft.com/office/infopath/2007/PartnerControls"/>
    </lcf76f155ced4ddcb4097134ff3c332f>
    <TaxCatchAll xmlns="9c82783a-043f-442e-839a-a2edde742a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A2D550D75BD947995C632333D530AD" ma:contentTypeVersion="16" ma:contentTypeDescription="Crie um novo documento." ma:contentTypeScope="" ma:versionID="44f7630f195cd5fe4623c43115f9f778">
  <xsd:schema xmlns:xsd="http://www.w3.org/2001/XMLSchema" xmlns:xs="http://www.w3.org/2001/XMLSchema" xmlns:p="http://schemas.microsoft.com/office/2006/metadata/properties" xmlns:ns2="9c82783a-043f-442e-839a-a2edde742a9b" xmlns:ns3="38490fd2-3874-498a-a766-2fc8121cd514" targetNamespace="http://schemas.microsoft.com/office/2006/metadata/properties" ma:root="true" ma:fieldsID="758fc7df70945e5ab80d8b231c324ae5" ns2:_="" ns3:_="">
    <xsd:import namespace="9c82783a-043f-442e-839a-a2edde742a9b"/>
    <xsd:import namespace="38490fd2-3874-498a-a766-2fc8121cd5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2783a-043f-442e-839a-a2edde742a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e3a034e9-9b93-4ffb-8ea8-7796ba805990}" ma:internalName="TaxCatchAll" ma:showField="CatchAllData" ma:web="9c82783a-043f-442e-839a-a2edde742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90fd2-3874-498a-a766-2fc8121cd51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FDE27C-16C4-45FF-A19B-13BD8B1086D5}">
  <ds:schemaRefs>
    <ds:schemaRef ds:uri="http://schemas.microsoft.com/office/2006/metadata/properties"/>
    <ds:schemaRef ds:uri="38490fd2-3874-498a-a766-2fc8121cd514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9c82783a-043f-442e-839a-a2edde742a9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9CBD5EA-191D-4269-ACD5-80F26C7B10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ADE9B4-EBDE-45D1-AC16-B0A6C99D4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82783a-043f-442e-839a-a2edde742a9b"/>
    <ds:schemaRef ds:uri="38490fd2-3874-498a-a766-2fc8121cd5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FY25-Arial_Accessibility</Template>
  <TotalTime>59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Bold</vt:lpstr>
      <vt:lpstr>Arial Regular</vt:lpstr>
      <vt:lpstr>Graphik</vt:lpstr>
      <vt:lpstr>GT Sectra Fine Rg</vt:lpstr>
      <vt:lpstr>Palatino</vt:lpstr>
      <vt:lpstr>System Font</vt:lpstr>
      <vt:lpstr>Accenture 2025</vt:lpstr>
      <vt:lpstr>PowerPoint Presentation</vt:lpstr>
    </vt:vector>
  </TitlesOfParts>
  <Manager>Canvas team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Pura, Jan Ahr-El Y.</dc:creator>
  <cp:keywords/>
  <dc:description>version 18, Graphik font family</dc:description>
  <cp:lastModifiedBy>Gomez Vez, Rebeca</cp:lastModifiedBy>
  <cp:revision>7</cp:revision>
  <dcterms:created xsi:type="dcterms:W3CDTF">2025-12-02T13:53:45Z</dcterms:created>
  <dcterms:modified xsi:type="dcterms:W3CDTF">2026-02-18T22:16:55Z</dcterms:modified>
  <cp:category>template deck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0x010100F7A2D550D75BD947995C632333D530AD</vt:lpwstr>
  </property>
  <property fmtid="{D5CDD505-2E9C-101B-9397-08002B2CF9AE}" pid="3" name="MediaServiceImageTags">
    <vt:lpwstr/>
  </property>
</Properties>
</file>
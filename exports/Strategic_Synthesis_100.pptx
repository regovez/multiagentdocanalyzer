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9" r:id="rId4"/>
  </p:sldMasterIdLst>
  <p:notesMasterIdLst>
    <p:notesMasterId r:id="rId6"/>
  </p:notesMasterIdLst>
  <p:handoutMasterIdLst>
    <p:handoutMasterId r:id="rId7"/>
  </p:handoutMasterIdLst>
  <p:sldIdLst>
    <p:sldId id="931" r:id="rId5"/>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92BFE8E1-2C9B-DD4C-80A4-2ACF40DECE2E}">
          <p14:sldIdLst/>
        </p14:section>
        <p14:section name="Survey Responses" id="{722E0BC0-B944-0748-821F-A303D5125656}">
          <p14:sldIdLst>
            <p14:sldId id="93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C191301-376F-864E-862C-8EAE238F6A4B}" name="Santini, Andréa" initials="SA" userId="S::andrea.santini@accenture.com::426b7daf-8c36-440e-b7a6-c38a65b6929f" providerId="AD"/>
  <p188:author id="{D05CA914-7DC9-60D2-8911-9AA9AEF6B948}" name="Bertorelli, Eloisa" initials="" userId="S::eloisa.bertorelli@accenture.com::80eab2e9-142e-44fc-b95d-f6911bc46a14" providerId="AD"/>
  <p188:author id="{D42CFD33-CA96-B80D-6164-A403048B4BB5}" name="Gonzalez, Clara" initials="" userId="S::clara.gonzalez@accenture.com::a94196a8-3606-4a10-9e5d-b2c315ce9acb" providerId="AD"/>
  <p188:author id="{283C7B6C-D1B7-B4D9-0F16-3E342206DE97}" name="Bernero, Bo" initials="" userId="S::bo.bernero@accenture.com::038b8381-bee1-495b-9366-6f9d3c62105f" providerId="AD"/>
  <p188:author id="{0E73D874-EBD8-68E4-2E46-117214CC62E4}" name="Robledo, Martu" initials="MR" userId="S::martin.robledo@accenture.com::11410a32-82ed-43e7-9588-dc918e484bab" providerId="AD"/>
  <p188:author id="{9DC5BE7D-D1FB-853D-A22F-DE53A4792DC5}" name="Villarreal Jiménez, Scarleth" initials="SV" userId="S::s.villarreal.jimenez@accenture.com::04f9cf1f-9ff4-43ff-8a7e-af3267bfe7da" providerId="AD"/>
  <p188:author id="{5C758582-2FC8-1A52-D5FB-B3878EDC6774}" name="Santini, Andréa; Bernero, Bo" initials="SAN" userId="Santini, Andréa; Bernero, Bo" providerId="None"/>
  <p188:author id="{75F8DC9E-226B-6C3A-0C87-181D918A683C}" name="Iudice, Luciana Inés" initials="" userId="S::luciana.ines.iudice@accenture.com::20b7ef9e-58b0-4db3-888c-a9ffac62ee13" providerId="AD"/>
  <p188:author id="{AC2D28BC-4D77-CC7A-109C-B403230212B8}" name="Walsh, Autumn" initials="WA" userId="S::autumn.walsh@accenture.com::a29a7807-03ff-4b0e-8384-a68ad42d5eb0" providerId="AD"/>
  <p188:author id="{AFC317D8-5546-59C2-C49A-3BE166EDE0E8}" name="Chan, Phoebe" initials="" userId="S::phoebe.chan@accenture.com::fcc2f6c5-7c76-487f-a6e9-3be7c83ecf8b" providerId="AD"/>
  <p188:author id="{3A29D8E7-072C-FA7B-EC56-7B47AC7CD8C7}" name="Alex-Vasey, Gregory" initials="" userId="S::gregory.vasey@accenture.com::b696857f-d849-4733-9dcf-790ccea696e3" providerId="AD"/>
  <p188:author id="{17E0CEF8-8283-8512-250C-DB1C65CC29DB}" name="Andrea Santini" initials="SAN" userId="Andrea Santini"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60073"/>
    <a:srgbClr val="FFFFFF"/>
    <a:srgbClr val="450073"/>
    <a:srgbClr val="000000"/>
    <a:srgbClr val="AE29FF"/>
    <a:srgbClr val="05F2DB"/>
    <a:srgbClr val="224BFF"/>
    <a:srgbClr val="06112B"/>
    <a:srgbClr val="214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94"/>
  </p:normalViewPr>
  <p:slideViewPr>
    <p:cSldViewPr snapToGrid="0">
      <p:cViewPr varScale="1">
        <p:scale>
          <a:sx n="97" d="100"/>
          <a:sy n="97" d="100"/>
        </p:scale>
        <p:origin x="1110" y="30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E853440-0782-1D68-D2FD-933DEA3367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Marcador de fecha 2">
            <a:extLst>
              <a:ext uri="{FF2B5EF4-FFF2-40B4-BE49-F238E27FC236}">
                <a16:creationId xmlns:a16="http://schemas.microsoft.com/office/drawing/2014/main" id="{84BAE373-49AC-5B9F-BD8D-665F4397E92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64787D-70D5-9549-AC5E-9D4C1BFA0564}" type="datetimeFigureOut">
              <a:rPr lang="en-US" smtClean="0">
                <a:latin typeface="Arial" panose="020B0604020202020204" pitchFamily="34" charset="0"/>
              </a:rPr>
              <a:t>2/19/2026</a:t>
            </a:fld>
            <a:endParaRPr lang="en-US">
              <a:latin typeface="Arial" panose="020B0604020202020204" pitchFamily="34" charset="0"/>
            </a:endParaRPr>
          </a:p>
        </p:txBody>
      </p:sp>
      <p:sp>
        <p:nvSpPr>
          <p:cNvPr id="4" name="Marcador de pie de página 3">
            <a:extLst>
              <a:ext uri="{FF2B5EF4-FFF2-40B4-BE49-F238E27FC236}">
                <a16:creationId xmlns:a16="http://schemas.microsoft.com/office/drawing/2014/main" id="{69D5359E-0814-051B-B036-A156852593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Marcador de número de diapositiva 4">
            <a:extLst>
              <a:ext uri="{FF2B5EF4-FFF2-40B4-BE49-F238E27FC236}">
                <a16:creationId xmlns:a16="http://schemas.microsoft.com/office/drawing/2014/main" id="{F82F9671-5EF1-8E9F-DD2A-21863ED219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6C2F477-6371-B744-A7EB-E94ECCEEDA65}"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392096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7FBA1538-8606-2D42-9B67-EB3CAAF1E29B}" type="datetimeFigureOut">
              <a:rPr lang="en-US" smtClean="0"/>
              <a:pPr/>
              <a:t>2/19/2026</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8F681651-9904-804F-8355-78350773C1A7}" type="slidenum">
              <a:rPr lang="en-US" smtClean="0"/>
              <a:pPr/>
              <a:t>‹#›</a:t>
            </a:fld>
            <a:endParaRPr lang="en-US"/>
          </a:p>
        </p:txBody>
      </p:sp>
    </p:spTree>
    <p:extLst>
      <p:ext uri="{BB962C8B-B14F-4D97-AF65-F5344CB8AC3E}">
        <p14:creationId xmlns:p14="http://schemas.microsoft.com/office/powerpoint/2010/main" val="1193398416"/>
      </p:ext>
    </p:extLst>
  </p:cSld>
  <p:clrMap bg1="lt1" tx1="dk1" bg2="lt2" tx2="dk2" accent1="accent1" accent2="accent2" accent3="accent3" accent4="accent4" accent5="accent5" accent6="accent6" hlink="hlink" folHlink="folHlink"/>
  <p:notesStyle>
    <a:lvl1pPr marL="0" algn="l" defTabSz="914377" rtl="0" eaLnBrk="1" latinLnBrk="0" hangingPunct="1">
      <a:defRPr sz="1200" b="0" i="0" kern="1200">
        <a:solidFill>
          <a:schemeClr val="tx1"/>
        </a:solidFill>
        <a:latin typeface="Arial" panose="020B0604020202020204" pitchFamily="34" charset="0"/>
        <a:ea typeface="+mn-ea"/>
        <a:cs typeface="+mn-cs"/>
      </a:defRPr>
    </a:lvl1pPr>
    <a:lvl2pPr marL="457189" algn="l" defTabSz="914377" rtl="0" eaLnBrk="1" latinLnBrk="0" hangingPunct="1">
      <a:defRPr sz="1200" b="0" i="0" kern="1200">
        <a:solidFill>
          <a:schemeClr val="tx1"/>
        </a:solidFill>
        <a:latin typeface="Arial" panose="020B0604020202020204" pitchFamily="34" charset="0"/>
        <a:ea typeface="+mn-ea"/>
        <a:cs typeface="+mn-cs"/>
      </a:defRPr>
    </a:lvl2pPr>
    <a:lvl3pPr marL="914377" algn="l" defTabSz="914377" rtl="0" eaLnBrk="1" latinLnBrk="0" hangingPunct="1">
      <a:defRPr sz="1200" b="0" i="0" kern="1200">
        <a:solidFill>
          <a:schemeClr val="tx1"/>
        </a:solidFill>
        <a:latin typeface="Arial" panose="020B0604020202020204" pitchFamily="34" charset="0"/>
        <a:ea typeface="+mn-ea"/>
        <a:cs typeface="+mn-cs"/>
      </a:defRPr>
    </a:lvl3pPr>
    <a:lvl4pPr marL="1371566" algn="l" defTabSz="914377" rtl="0" eaLnBrk="1" latinLnBrk="0" hangingPunct="1">
      <a:defRPr sz="1200" b="0" i="0" kern="1200">
        <a:solidFill>
          <a:schemeClr val="tx1"/>
        </a:solidFill>
        <a:latin typeface="Arial" panose="020B0604020202020204" pitchFamily="34" charset="0"/>
        <a:ea typeface="+mn-ea"/>
        <a:cs typeface="+mn-cs"/>
      </a:defRPr>
    </a:lvl4pPr>
    <a:lvl5pPr marL="1828754" algn="l" defTabSz="914377" rtl="0" eaLnBrk="1" latinLnBrk="0" hangingPunct="1">
      <a:defRPr sz="1200" b="0" i="0" kern="1200">
        <a:solidFill>
          <a:schemeClr val="tx1"/>
        </a:solidFill>
        <a:latin typeface="Arial" panose="020B0604020202020204" pitchFamily="34"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gradient">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15" name="Title 1">
            <a:extLst>
              <a:ext uri="{FF2B5EF4-FFF2-40B4-BE49-F238E27FC236}">
                <a16:creationId xmlns:a16="http://schemas.microsoft.com/office/drawing/2014/main" id="{746E4763-F545-C94B-51CE-F4BC514CB5E2}"/>
              </a:ext>
            </a:extLst>
          </p:cNvPr>
          <p:cNvSpPr>
            <a:spLocks noGrp="1"/>
          </p:cNvSpPr>
          <p:nvPr>
            <p:ph type="title"/>
          </p:nvPr>
        </p:nvSpPr>
        <p:spPr>
          <a:xfrm>
            <a:off x="1164969" y="3010439"/>
            <a:ext cx="6793919" cy="1329595"/>
          </a:xfrm>
          <a:prstGeom prst="rect">
            <a:avLst/>
          </a:prstGeom>
        </p:spPr>
        <p:txBody>
          <a:bodyPr anchor="b">
            <a:spAutoFit/>
          </a:bodyPr>
          <a:lstStyle>
            <a:lvl1pPr algn="l">
              <a:lnSpc>
                <a:spcPct val="90000"/>
              </a:lnSpc>
              <a:defRPr sz="4800">
                <a:solidFill>
                  <a:schemeClr val="tx1"/>
                </a:solidFill>
              </a:defRPr>
            </a:lvl1pPr>
          </a:lstStyle>
          <a:p>
            <a:r>
              <a:rPr lang="en-US"/>
              <a:t>Click to edit Master title style</a:t>
            </a:r>
          </a:p>
        </p:txBody>
      </p:sp>
      <p:sp>
        <p:nvSpPr>
          <p:cNvPr id="16" name="Subtitle 2">
            <a:extLst>
              <a:ext uri="{FF2B5EF4-FFF2-40B4-BE49-F238E27FC236}">
                <a16:creationId xmlns:a16="http://schemas.microsoft.com/office/drawing/2014/main" id="{BC002026-094D-D1B0-BDA1-62996F241354}"/>
              </a:ext>
            </a:extLst>
          </p:cNvPr>
          <p:cNvSpPr>
            <a:spLocks noGrp="1"/>
          </p:cNvSpPr>
          <p:nvPr>
            <p:ph type="subTitle" idx="1" hasCustomPrompt="1"/>
          </p:nvPr>
        </p:nvSpPr>
        <p:spPr>
          <a:xfrm>
            <a:off x="1164969" y="4464055"/>
            <a:ext cx="6793919"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8" name="Text Placeholder 16">
            <a:extLst>
              <a:ext uri="{FF2B5EF4-FFF2-40B4-BE49-F238E27FC236}">
                <a16:creationId xmlns:a16="http://schemas.microsoft.com/office/drawing/2014/main" id="{21E81FC3-5B5A-36F1-7992-060E05D4773E}"/>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3" name="Text Placeholder 16">
            <a:extLst>
              <a:ext uri="{FF2B5EF4-FFF2-40B4-BE49-F238E27FC236}">
                <a16:creationId xmlns:a16="http://schemas.microsoft.com/office/drawing/2014/main" id="{36108AED-3E3E-1C9D-6AD6-AB28DC816233}"/>
              </a:ext>
            </a:extLst>
          </p:cNvPr>
          <p:cNvSpPr>
            <a:spLocks noGrp="1"/>
          </p:cNvSpPr>
          <p:nvPr>
            <p:ph type="body" sz="quarter" idx="15" hasCustomPrompt="1"/>
          </p:nvPr>
        </p:nvSpPr>
        <p:spPr>
          <a:xfrm>
            <a:off x="9158956" y="6124059"/>
            <a:ext cx="1832894" cy="184666"/>
          </a:xfrm>
          <a:prstGeom prst="rect">
            <a:avLst/>
          </a:prstGeom>
        </p:spPr>
        <p:txBody>
          <a:bodyPr wrap="square">
            <a:spAutoFit/>
          </a:bodyPr>
          <a:lstStyle>
            <a:lvl1pPr marL="0" indent="0" algn="r"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3" name="accenture" descr="accenture logo">
            <a:extLst>
              <a:ext uri="{FF2B5EF4-FFF2-40B4-BE49-F238E27FC236}">
                <a16:creationId xmlns:a16="http://schemas.microsoft.com/office/drawing/2014/main" id="{FF7A765D-4682-9084-D606-70A59390D78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22093069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light mode">
    <p:bg>
      <p:bgPr>
        <a:solidFill>
          <a:schemeClr val="tx1"/>
        </a:solid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31B3895-321B-8CAC-83C2-50F886A2CDA3}"/>
              </a:ext>
            </a:extLst>
          </p:cNvPr>
          <p:cNvSpPr>
            <a:spLocks noGrp="1"/>
          </p:cNvSpPr>
          <p:nvPr>
            <p:ph type="title"/>
          </p:nvPr>
        </p:nvSpPr>
        <p:spPr>
          <a:xfrm>
            <a:off x="1171951" y="3008948"/>
            <a:ext cx="6795392" cy="1329595"/>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9" name="Subtitle 2">
            <a:extLst>
              <a:ext uri="{FF2B5EF4-FFF2-40B4-BE49-F238E27FC236}">
                <a16:creationId xmlns:a16="http://schemas.microsoft.com/office/drawing/2014/main" id="{79424AF0-EE9F-A1A8-B5A5-CF437B9F5DBA}"/>
              </a:ext>
            </a:extLst>
          </p:cNvPr>
          <p:cNvSpPr>
            <a:spLocks noGrp="1"/>
          </p:cNvSpPr>
          <p:nvPr>
            <p:ph type="subTitle" idx="1" hasCustomPrompt="1"/>
          </p:nvPr>
        </p:nvSpPr>
        <p:spPr>
          <a:xfrm>
            <a:off x="1171951" y="4475703"/>
            <a:ext cx="6795392"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11" name="Text Placeholder 16">
            <a:extLst>
              <a:ext uri="{FF2B5EF4-FFF2-40B4-BE49-F238E27FC236}">
                <a16:creationId xmlns:a16="http://schemas.microsoft.com/office/drawing/2014/main" id="{349A45E5-70FE-79EB-8E7A-1A2061B62B79}"/>
              </a:ext>
            </a:extLst>
          </p:cNvPr>
          <p:cNvSpPr>
            <a:spLocks noGrp="1"/>
          </p:cNvSpPr>
          <p:nvPr>
            <p:ph type="body" sz="quarter" idx="12" hasCustomPrompt="1"/>
          </p:nvPr>
        </p:nvSpPr>
        <p:spPr>
          <a:xfrm>
            <a:off x="1171950" y="5674232"/>
            <a:ext cx="3816000" cy="634494"/>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2" name="Text Placeholder 16">
            <a:extLst>
              <a:ext uri="{FF2B5EF4-FFF2-40B4-BE49-F238E27FC236}">
                <a16:creationId xmlns:a16="http://schemas.microsoft.com/office/drawing/2014/main" id="{57A6BE55-E9EF-68A2-0448-87EF125B2BE9}"/>
              </a:ext>
            </a:extLst>
          </p:cNvPr>
          <p:cNvSpPr>
            <a:spLocks noGrp="1"/>
          </p:cNvSpPr>
          <p:nvPr>
            <p:ph type="body" sz="quarter" idx="15" hasCustomPrompt="1"/>
          </p:nvPr>
        </p:nvSpPr>
        <p:spPr>
          <a:xfrm>
            <a:off x="9158956" y="6124059"/>
            <a:ext cx="1832894" cy="184666"/>
          </a:xfrm>
          <a:prstGeom prst="rect">
            <a:avLst/>
          </a:prstGeom>
        </p:spPr>
        <p:txBody>
          <a:bodyPr wrap="square" anchor="b">
            <a:spAutoFit/>
          </a:bodyPr>
          <a:lstStyle>
            <a:lvl1pPr marL="0" indent="0" algn="r"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pic>
        <p:nvPicPr>
          <p:cNvPr id="2" name="accenture" descr="accenture logo">
            <a:extLst>
              <a:ext uri="{FF2B5EF4-FFF2-40B4-BE49-F238E27FC236}">
                <a16:creationId xmlns:a16="http://schemas.microsoft.com/office/drawing/2014/main" id="{B93529DF-12F1-3D03-117A-86D7C5AD9A1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71951" y="557588"/>
            <a:ext cx="1247506" cy="328510"/>
          </a:xfrm>
          <a:prstGeom prst="rect">
            <a:avLst/>
          </a:prstGeom>
        </p:spPr>
      </p:pic>
    </p:spTree>
    <p:extLst>
      <p:ext uri="{BB962C8B-B14F-4D97-AF65-F5344CB8AC3E}">
        <p14:creationId xmlns:p14="http://schemas.microsoft.com/office/powerpoint/2010/main" val="21846752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Song">
    <p:bg>
      <p:bgPr>
        <a:solidFill>
          <a:schemeClr val="tx1">
            <a:lumMod val="65000"/>
          </a:schemeClr>
        </a:solidFill>
        <a:effectLst/>
      </p:bgPr>
    </p:bg>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F82E940-E7B0-A119-28B0-041715DCEAF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9" y="-2666263"/>
            <a:ext cx="6857999" cy="12190525"/>
          </a:xfrm>
          <a:prstGeom prst="rect">
            <a:avLst/>
          </a:prstGeom>
        </p:spPr>
      </p:pic>
      <p:sp>
        <p:nvSpPr>
          <p:cNvPr id="3" name="Title 1">
            <a:extLst>
              <a:ext uri="{FF2B5EF4-FFF2-40B4-BE49-F238E27FC236}">
                <a16:creationId xmlns:a16="http://schemas.microsoft.com/office/drawing/2014/main" id="{2878D30E-951E-72C4-5535-66637753BE55}"/>
              </a:ext>
            </a:extLst>
          </p:cNvPr>
          <p:cNvSpPr>
            <a:spLocks noGrp="1"/>
          </p:cNvSpPr>
          <p:nvPr>
            <p:ph type="title"/>
          </p:nvPr>
        </p:nvSpPr>
        <p:spPr>
          <a:xfrm>
            <a:off x="1164970" y="2952671"/>
            <a:ext cx="8931530" cy="664797"/>
          </a:xfrm>
          <a:prstGeom prst="rect">
            <a:avLst/>
          </a:prstGeom>
        </p:spPr>
        <p:txBody>
          <a:bodyPr wrap="square" anchor="b">
            <a:spAutoFit/>
          </a:bodyPr>
          <a:lstStyle>
            <a:lvl1pPr algn="l">
              <a:lnSpc>
                <a:spcPct val="90000"/>
              </a:lnSpc>
              <a:defRPr sz="4800">
                <a:solidFill>
                  <a:schemeClr val="tx1"/>
                </a:solidFill>
              </a:defRPr>
            </a:lvl1pPr>
          </a:lstStyle>
          <a:p>
            <a:r>
              <a:rPr lang="en-US"/>
              <a:t>Click to edit Master title style</a:t>
            </a:r>
          </a:p>
        </p:txBody>
      </p:sp>
      <p:sp>
        <p:nvSpPr>
          <p:cNvPr id="4" name="Subtitle 2">
            <a:extLst>
              <a:ext uri="{FF2B5EF4-FFF2-40B4-BE49-F238E27FC236}">
                <a16:creationId xmlns:a16="http://schemas.microsoft.com/office/drawing/2014/main" id="{5775FD5F-4D58-7741-C57A-08997F3E1DD6}"/>
              </a:ext>
            </a:extLst>
          </p:cNvPr>
          <p:cNvSpPr>
            <a:spLocks noGrp="1"/>
          </p:cNvSpPr>
          <p:nvPr>
            <p:ph type="subTitle" idx="1" hasCustomPrompt="1"/>
          </p:nvPr>
        </p:nvSpPr>
        <p:spPr>
          <a:xfrm>
            <a:off x="1164970" y="3741489"/>
            <a:ext cx="893153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6" name="Text Placeholder 16">
            <a:extLst>
              <a:ext uri="{FF2B5EF4-FFF2-40B4-BE49-F238E27FC236}">
                <a16:creationId xmlns:a16="http://schemas.microsoft.com/office/drawing/2014/main" id="{EA105FD1-CA09-BDBB-C408-AB40400DB336}"/>
              </a:ext>
            </a:extLst>
          </p:cNvPr>
          <p:cNvSpPr>
            <a:spLocks noGrp="1"/>
          </p:cNvSpPr>
          <p:nvPr>
            <p:ph type="body" sz="quarter" idx="15" hasCustomPrompt="1"/>
          </p:nvPr>
        </p:nvSpPr>
        <p:spPr>
          <a:xfrm>
            <a:off x="1171950" y="5176580"/>
            <a:ext cx="3655291"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5" name="Text Placeholder 16">
            <a:extLst>
              <a:ext uri="{FF2B5EF4-FFF2-40B4-BE49-F238E27FC236}">
                <a16:creationId xmlns:a16="http://schemas.microsoft.com/office/drawing/2014/main" id="{D266AB3E-F8D9-4648-CDC8-BDA8246735A6}"/>
              </a:ext>
            </a:extLst>
          </p:cNvPr>
          <p:cNvSpPr>
            <a:spLocks noGrp="1"/>
          </p:cNvSpPr>
          <p:nvPr>
            <p:ph type="body" sz="quarter" idx="12" hasCustomPrompt="1"/>
          </p:nvPr>
        </p:nvSpPr>
        <p:spPr>
          <a:xfrm>
            <a:off x="1171950" y="5401494"/>
            <a:ext cx="3655291" cy="184666"/>
          </a:xfrm>
          <a:prstGeom prst="rect">
            <a:avLst/>
          </a:prstGeom>
        </p:spPr>
        <p:txBody>
          <a:bodyPr anchor="b"/>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8" name="Picture 7">
            <a:extLst>
              <a:ext uri="{FF2B5EF4-FFF2-40B4-BE49-F238E27FC236}">
                <a16:creationId xmlns:a16="http://schemas.microsoft.com/office/drawing/2014/main" id="{BAE43744-0C39-A052-7487-659CA9C80BAB}"/>
              </a:ext>
            </a:extLst>
          </p:cNvPr>
          <p:cNvPicPr>
            <a:picLocks noChangeAspect="1"/>
          </p:cNvPicPr>
          <p:nvPr userDrawn="1"/>
        </p:nvPicPr>
        <p:blipFill>
          <a:blip r:embed="rId3"/>
          <a:stretch>
            <a:fillRect/>
          </a:stretch>
        </p:blipFill>
        <p:spPr>
          <a:xfrm>
            <a:off x="1163638" y="6170081"/>
            <a:ext cx="1514051" cy="180050"/>
          </a:xfrm>
          <a:prstGeom prst="rect">
            <a:avLst/>
          </a:prstGeom>
        </p:spPr>
      </p:pic>
      <p:pic>
        <p:nvPicPr>
          <p:cNvPr id="7" name="accenture" descr="accenture logo">
            <a:extLst>
              <a:ext uri="{FF2B5EF4-FFF2-40B4-BE49-F238E27FC236}">
                <a16:creationId xmlns:a16="http://schemas.microsoft.com/office/drawing/2014/main" id="{145CAD81-7743-A093-B6F5-E98233328E56}"/>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171951" y="557588"/>
            <a:ext cx="1243822" cy="328510"/>
          </a:xfrm>
          <a:prstGeom prst="rect">
            <a:avLst/>
          </a:prstGeom>
        </p:spPr>
      </p:pic>
    </p:spTree>
    <p:extLst>
      <p:ext uri="{BB962C8B-B14F-4D97-AF65-F5344CB8AC3E}">
        <p14:creationId xmlns:p14="http://schemas.microsoft.com/office/powerpoint/2010/main" val="39950388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light mode">
    <p:bg>
      <p:bgPr>
        <a:solidFill>
          <a:schemeClr val="tx1"/>
        </a:solidFill>
        <a:effectLst/>
      </p:bgPr>
    </p:bg>
    <p:spTree>
      <p:nvGrpSpPr>
        <p:cNvPr id="1" name=""/>
        <p:cNvGrpSpPr/>
        <p:nvPr/>
      </p:nvGrpSpPr>
      <p:grpSpPr>
        <a:xfrm>
          <a:off x="0" y="0"/>
          <a:ext cx="0" cy="0"/>
          <a:chOff x="0" y="0"/>
          <a:chExt cx="0" cy="0"/>
        </a:xfrm>
      </p:grpSpPr>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ysClr val="windowText" lastClr="000000"/>
                </a:solidFill>
                <a:latin typeface="Arial" panose="020B0604020202020204" pitchFamily="34" charset="0"/>
              </a:defRPr>
            </a:lvl1pPr>
          </a:lstStyle>
          <a:p>
            <a:r>
              <a:rPr lang="en-GB"/>
              <a:t>Add client logo</a:t>
            </a:r>
            <a:endParaRPr lang="en-US"/>
          </a:p>
        </p:txBody>
      </p:sp>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3524589"/>
            <a:ext cx="8813534" cy="664797"/>
          </a:xfrm>
          <a:prstGeom prst="rect">
            <a:avLst/>
          </a:prstGeom>
        </p:spPr>
        <p:txBody>
          <a:bodyPr anchor="b"/>
          <a:lstStyle>
            <a:lvl1pPr algn="l">
              <a:lnSpc>
                <a:spcPct val="90000"/>
              </a:lnSpc>
              <a:defRPr sz="4800">
                <a:solidFill>
                  <a:schemeClr val="bg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bg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9" name="Text Placeholder 16">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bg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16">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bg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accenture" descr="accenture logo">
            <a:extLst>
              <a:ext uri="{FF2B5EF4-FFF2-40B4-BE49-F238E27FC236}">
                <a16:creationId xmlns:a16="http://schemas.microsoft.com/office/drawing/2014/main" id="{B644DD64-75F6-CAA6-3062-5DD0649C133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9936000" y="6022800"/>
            <a:ext cx="1044000" cy="273836"/>
          </a:xfrm>
          <a:prstGeom prst="rect">
            <a:avLst/>
          </a:prstGeom>
        </p:spPr>
      </p:pic>
    </p:spTree>
    <p:extLst>
      <p:ext uri="{BB962C8B-B14F-4D97-AF65-F5344CB8AC3E}">
        <p14:creationId xmlns:p14="http://schemas.microsoft.com/office/powerpoint/2010/main" val="20426253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lient &amp; acquisition cover: gradient">
    <p:bg>
      <p:bgPr>
        <a:solidFill>
          <a:schemeClr val="tx1"/>
        </a:solidFill>
        <a:effectLst/>
      </p:bgPr>
    </p:bg>
    <p:spTree>
      <p:nvGrpSpPr>
        <p:cNvPr id="1" name=""/>
        <p:cNvGrpSpPr/>
        <p:nvPr/>
      </p:nvGrpSpPr>
      <p:grpSpPr>
        <a:xfrm>
          <a:off x="0" y="0"/>
          <a:ext cx="0" cy="0"/>
          <a:chOff x="0" y="0"/>
          <a:chExt cx="0" cy="0"/>
        </a:xfrm>
      </p:grpSpPr>
      <p:pic>
        <p:nvPicPr>
          <p:cNvPr id="4" name="gradient">
            <a:extLst>
              <a:ext uri="{FF2B5EF4-FFF2-40B4-BE49-F238E27FC236}">
                <a16:creationId xmlns:a16="http://schemas.microsoft.com/office/drawing/2014/main" id="{50E1CD4C-93E5-0BD5-6237-D39D310F8C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invGray">
          <a:xfrm rot="5400000">
            <a:off x="2667738" y="-2666262"/>
            <a:ext cx="6857999" cy="12190525"/>
          </a:xfrm>
          <a:prstGeom prst="rect">
            <a:avLst/>
          </a:prstGeom>
        </p:spPr>
      </p:pic>
      <p:sp>
        <p:nvSpPr>
          <p:cNvPr id="11" name="Title 1">
            <a:extLst>
              <a:ext uri="{FF2B5EF4-FFF2-40B4-BE49-F238E27FC236}">
                <a16:creationId xmlns:a16="http://schemas.microsoft.com/office/drawing/2014/main" id="{441759CF-E2D4-0A80-7950-4AF5952D5985}"/>
              </a:ext>
            </a:extLst>
          </p:cNvPr>
          <p:cNvSpPr>
            <a:spLocks noGrp="1"/>
          </p:cNvSpPr>
          <p:nvPr>
            <p:ph type="ctrTitle"/>
          </p:nvPr>
        </p:nvSpPr>
        <p:spPr bwMode="white">
          <a:xfrm>
            <a:off x="1182796" y="2425701"/>
            <a:ext cx="8813534" cy="1763686"/>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0" name="Subtitle 2">
            <a:extLst>
              <a:ext uri="{FF2B5EF4-FFF2-40B4-BE49-F238E27FC236}">
                <a16:creationId xmlns:a16="http://schemas.microsoft.com/office/drawing/2014/main" id="{71313E0C-79AC-2382-CFF0-C1879E03CA7D}"/>
              </a:ext>
            </a:extLst>
          </p:cNvPr>
          <p:cNvSpPr>
            <a:spLocks noGrp="1"/>
          </p:cNvSpPr>
          <p:nvPr>
            <p:ph type="subTitle" idx="1" hasCustomPrompt="1"/>
          </p:nvPr>
        </p:nvSpPr>
        <p:spPr bwMode="white">
          <a:xfrm>
            <a:off x="1182796" y="4302038"/>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3" name="Picture Placeholder 11" descr="Image placeholder for client logo">
            <a:extLst>
              <a:ext uri="{FF2B5EF4-FFF2-40B4-BE49-F238E27FC236}">
                <a16:creationId xmlns:a16="http://schemas.microsoft.com/office/drawing/2014/main" id="{C5FB3CF4-DD64-BD63-23C6-97F8FC097FD4}"/>
              </a:ext>
            </a:extLst>
          </p:cNvPr>
          <p:cNvSpPr>
            <a:spLocks noGrp="1"/>
          </p:cNvSpPr>
          <p:nvPr>
            <p:ph type="pic" sz="quarter" idx="13" hasCustomPrompt="1"/>
          </p:nvPr>
        </p:nvSpPr>
        <p:spPr>
          <a:xfrm>
            <a:off x="1143003" y="821769"/>
            <a:ext cx="1884233" cy="985085"/>
          </a:xfrm>
          <a:prstGeom prst="rect">
            <a:avLst/>
          </a:prstGeom>
        </p:spPr>
        <p:txBody>
          <a:bodyPr anchor="ctr"/>
          <a:lstStyle>
            <a:lvl1pPr algn="ctr">
              <a:buFont typeface="Graphik" panose="020B0604020202020204" pitchFamily="34" charset="0"/>
              <a:buNone/>
              <a:defRPr sz="1400" b="0" i="0">
                <a:solidFill>
                  <a:schemeClr val="tx1"/>
                </a:solidFill>
                <a:latin typeface="Arial" panose="020B0604020202020204" pitchFamily="34" charset="0"/>
              </a:defRPr>
            </a:lvl1pPr>
          </a:lstStyle>
          <a:p>
            <a:r>
              <a:rPr lang="en-GB"/>
              <a:t>Add client logo</a:t>
            </a:r>
            <a:endParaRPr lang="en-US"/>
          </a:p>
        </p:txBody>
      </p:sp>
      <p:sp>
        <p:nvSpPr>
          <p:cNvPr id="9" name="Text Placeholder 1">
            <a:extLst>
              <a:ext uri="{FF2B5EF4-FFF2-40B4-BE49-F238E27FC236}">
                <a16:creationId xmlns:a16="http://schemas.microsoft.com/office/drawing/2014/main" id="{EF8263C3-A1F7-3492-0FC4-3EB7054D3058}"/>
              </a:ext>
            </a:extLst>
          </p:cNvPr>
          <p:cNvSpPr>
            <a:spLocks noGrp="1"/>
          </p:cNvSpPr>
          <p:nvPr>
            <p:ph type="body" sz="quarter" idx="16" hasCustomPrompt="1"/>
          </p:nvPr>
        </p:nvSpPr>
        <p:spPr>
          <a:xfrm>
            <a:off x="1178689" y="5495715"/>
            <a:ext cx="2825654" cy="184666"/>
          </a:xfrm>
          <a:prstGeom prst="rect">
            <a:avLst/>
          </a:prstGeom>
        </p:spPr>
        <p:txBody>
          <a:bodyPr wrap="square">
            <a:spAutoFit/>
          </a:bodyPr>
          <a:lstStyle>
            <a:lvl1pPr marL="0" indent="0" algn="l" defTabSz="914377" rtl="0" eaLnBrk="1" latinLnBrk="0" hangingPunct="1">
              <a:spcAft>
                <a:spcPts val="0"/>
              </a:spcAft>
              <a:buNone/>
              <a:defRPr lang="en-US" sz="1200" b="0" i="0" kern="1200" dirty="0">
                <a:solidFill>
                  <a:schemeClr val="tx1"/>
                </a:solidFill>
                <a:latin typeface="+mj-lt"/>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MM.DD.YYYY</a:t>
            </a:r>
          </a:p>
        </p:txBody>
      </p:sp>
      <p:sp>
        <p:nvSpPr>
          <p:cNvPr id="6" name="Text Placeholder 2">
            <a:extLst>
              <a:ext uri="{FF2B5EF4-FFF2-40B4-BE49-F238E27FC236}">
                <a16:creationId xmlns:a16="http://schemas.microsoft.com/office/drawing/2014/main" id="{36794D19-B699-311B-25DD-C0D60FC7889B}"/>
              </a:ext>
            </a:extLst>
          </p:cNvPr>
          <p:cNvSpPr>
            <a:spLocks noGrp="1"/>
          </p:cNvSpPr>
          <p:nvPr>
            <p:ph type="body" sz="quarter" idx="12" hasCustomPrompt="1"/>
          </p:nvPr>
        </p:nvSpPr>
        <p:spPr bwMode="white">
          <a:xfrm>
            <a:off x="1182796" y="5781214"/>
            <a:ext cx="5714999" cy="530687"/>
          </a:xfrm>
          <a:prstGeom prst="rect">
            <a:avLst/>
          </a:prstGeom>
        </p:spPr>
        <p:txBody>
          <a:bodyPr/>
          <a:lstStyle>
            <a:lvl1pPr marL="0" indent="0" algn="l" defTabSz="914377" rtl="0" eaLnBrk="1" latinLnBrk="0" hangingPunct="1">
              <a:spcAft>
                <a:spcPts val="0"/>
              </a:spcAft>
              <a:buNone/>
              <a:defRPr lang="en-US" sz="1200" b="0" i="0" kern="1200" dirty="0" smtClean="0">
                <a:solidFill>
                  <a:schemeClr val="tx1"/>
                </a:solidFill>
                <a:latin typeface="Arial" panose="020B0604020202020204" pitchFamily="34" charset="0"/>
                <a:ea typeface="+mn-ea"/>
                <a:cs typeface="+mn-cs"/>
              </a:defRPr>
            </a:lvl1pPr>
            <a:lvl2pPr marL="0" algn="l" defTabSz="914377" rtl="0" eaLnBrk="1" latinLnBrk="0" hangingPunct="1">
              <a:spcAft>
                <a:spcPts val="0"/>
              </a:spcAft>
              <a:defRPr lang="en-US" sz="1400" b="0" kern="1200" dirty="0" smtClean="0">
                <a:solidFill>
                  <a:schemeClr val="tx1"/>
                </a:solidFill>
                <a:latin typeface="+mn-lt"/>
                <a:ea typeface="+mn-ea"/>
                <a:cs typeface="+mn-cs"/>
              </a:defRPr>
            </a:lvl2pPr>
            <a:lvl3pPr marL="0" algn="l" defTabSz="914377" rtl="0" eaLnBrk="1" latinLnBrk="0" hangingPunct="1">
              <a:spcAft>
                <a:spcPts val="0"/>
              </a:spcAft>
              <a:defRPr lang="en-US" sz="1400" b="0" kern="1200" dirty="0" smtClean="0">
                <a:solidFill>
                  <a:schemeClr val="tx1"/>
                </a:solidFill>
                <a:latin typeface="+mn-lt"/>
                <a:ea typeface="+mn-ea"/>
                <a:cs typeface="+mn-cs"/>
              </a:defRPr>
            </a:lvl3pPr>
            <a:lvl4pPr marL="0" algn="l" defTabSz="914377" rtl="0" eaLnBrk="1" latinLnBrk="0" hangingPunct="1">
              <a:spcAft>
                <a:spcPts val="0"/>
              </a:spcAft>
              <a:defRPr lang="en-US" sz="1400" b="0" kern="1200" dirty="0" smtClean="0">
                <a:solidFill>
                  <a:schemeClr val="tx1"/>
                </a:solidFill>
                <a:latin typeface="+mn-lt"/>
                <a:ea typeface="+mn-ea"/>
                <a:cs typeface="+mn-cs"/>
              </a:defRPr>
            </a:lvl4pPr>
            <a:lvl5pPr marL="0" algn="l" defTabSz="914377"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2" name="accenture" descr="accenture logo">
            <a:extLst>
              <a:ext uri="{FF2B5EF4-FFF2-40B4-BE49-F238E27FC236}">
                <a16:creationId xmlns:a16="http://schemas.microsoft.com/office/drawing/2014/main" id="{F9A1CCE7-7706-F83F-4541-BDA00F682BF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19196" y="6016340"/>
            <a:ext cx="1082581" cy="285924"/>
          </a:xfrm>
          <a:prstGeom prst="rect">
            <a:avLst/>
          </a:prstGeom>
        </p:spPr>
      </p:pic>
    </p:spTree>
    <p:extLst>
      <p:ext uri="{BB962C8B-B14F-4D97-AF65-F5344CB8AC3E}">
        <p14:creationId xmlns:p14="http://schemas.microsoft.com/office/powerpoint/2010/main" val="305088840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dark mo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DFF95F-BC04-BCE4-81EC-25C099CB74A3}"/>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AR" sz="2400" err="1"/>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561600" y="2187403"/>
            <a:ext cx="3091443" cy="393954"/>
          </a:xfrm>
          <a:prstGeom prst="rect">
            <a:avLst/>
          </a:prstGeom>
        </p:spPr>
        <p:txBody>
          <a:bodyPr anchor="b"/>
          <a:lstStyle>
            <a:lvl1pPr>
              <a:defRPr sz="3200">
                <a:solidFill>
                  <a:schemeClr val="accent2"/>
                </a:solidFill>
              </a:defRPr>
            </a:lvl1pPr>
          </a:lstStyle>
          <a:p>
            <a:r>
              <a:rPr lang="en-GB"/>
              <a:t>Agenda title</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accent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solidFill>
                  <a:schemeClr val="bg1"/>
                </a:solidFill>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GTS_WH">
            <a:extLst>
              <a:ext uri="{FF2B5EF4-FFF2-40B4-BE49-F238E27FC236}">
                <a16:creationId xmlns:a16="http://schemas.microsoft.com/office/drawing/2014/main" id="{042F1CA7-6A9E-5C2F-F3C0-78D6AFD6C707}"/>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0" name="Text Placeholder 2">
            <a:extLst>
              <a:ext uri="{FF2B5EF4-FFF2-40B4-BE49-F238E27FC236}">
                <a16:creationId xmlns:a16="http://schemas.microsoft.com/office/drawing/2014/main" id="{B01AB161-4BFB-138B-C93C-DFFFE563CF59}"/>
              </a:ext>
            </a:extLst>
          </p:cNvPr>
          <p:cNvSpPr>
            <a:spLocks noGrp="1"/>
          </p:cNvSpPr>
          <p:nvPr>
            <p:ph type="body" sz="quarter" idx="14" hasCustomPrompt="1"/>
          </p:nvPr>
        </p:nvSpPr>
        <p:spPr>
          <a:xfrm>
            <a:off x="561600" y="2745679"/>
            <a:ext cx="3091443" cy="2415468"/>
          </a:xfrm>
          <a:prstGeom prst="rect">
            <a:avLst/>
          </a:prstGeom>
        </p:spPr>
        <p:txBody>
          <a:bodyPr/>
          <a:lstStyle>
            <a:lvl1pPr marL="0" indent="0">
              <a:lnSpc>
                <a:spcPct val="90000"/>
              </a:lnSpc>
              <a:buNone/>
              <a:defRPr sz="1600" b="0" i="0">
                <a:solidFill>
                  <a:schemeClr val="bg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3" name="copyright">
            <a:extLst>
              <a:ext uri="{FF2B5EF4-FFF2-40B4-BE49-F238E27FC236}">
                <a16:creationId xmlns:a16="http://schemas.microsoft.com/office/drawing/2014/main" id="{95F63345-6C3E-8981-5F6D-DF2B3FF6475C}"/>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EA0A3F89-649C-BCA9-F69D-4791BE39CE26}"/>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44269830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light mo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A4FF600-954F-A932-EB0A-7C9AF337B5D8}"/>
              </a:ext>
            </a:extLst>
          </p:cNvPr>
          <p:cNvSpPr>
            <a:spLocks noGrp="1"/>
          </p:cNvSpPr>
          <p:nvPr>
            <p:ph type="title" hasCustomPrompt="1"/>
          </p:nvPr>
        </p:nvSpPr>
        <p:spPr>
          <a:xfrm>
            <a:off x="559848" y="2187404"/>
            <a:ext cx="3098568" cy="393954"/>
          </a:xfrm>
          <a:prstGeom prst="rect">
            <a:avLst/>
          </a:prstGeom>
        </p:spPr>
        <p:txBody>
          <a:bodyPr anchor="b"/>
          <a:lstStyle>
            <a:lvl1pPr>
              <a:defRPr sz="3200">
                <a:solidFill>
                  <a:schemeClr val="tx1"/>
                </a:solidFill>
              </a:defRPr>
            </a:lvl1pPr>
          </a:lstStyle>
          <a:p>
            <a:r>
              <a:rPr lang="en-GB"/>
              <a:t>Agenda title</a:t>
            </a:r>
            <a:endParaRPr lang="en-US"/>
          </a:p>
        </p:txBody>
      </p:sp>
      <p:sp>
        <p:nvSpPr>
          <p:cNvPr id="8" name="Text Placeholder 2">
            <a:extLst>
              <a:ext uri="{FF2B5EF4-FFF2-40B4-BE49-F238E27FC236}">
                <a16:creationId xmlns:a16="http://schemas.microsoft.com/office/drawing/2014/main" id="{15D79A3D-AC3D-4EB4-AFB4-D6CEFA4231AA}"/>
              </a:ext>
            </a:extLst>
          </p:cNvPr>
          <p:cNvSpPr>
            <a:spLocks noGrp="1"/>
          </p:cNvSpPr>
          <p:nvPr>
            <p:ph type="body" sz="quarter" idx="14" hasCustomPrompt="1"/>
          </p:nvPr>
        </p:nvSpPr>
        <p:spPr>
          <a:xfrm>
            <a:off x="559948" y="2745679"/>
            <a:ext cx="3093440" cy="2415468"/>
          </a:xfrm>
          <a:prstGeom prst="rect">
            <a:avLst/>
          </a:prstGeom>
        </p:spPr>
        <p:txBody>
          <a:bodyPr/>
          <a:lstStyle>
            <a:lvl1pPr marL="0" indent="0">
              <a:lnSpc>
                <a:spcPct val="90000"/>
              </a:lnSpc>
              <a:buNone/>
              <a:defRPr sz="1600" b="0" i="0">
                <a:solidFill>
                  <a:schemeClr val="tx1"/>
                </a:solidFill>
                <a:latin typeface="Arial" panose="020B0604020202020204" pitchFamily="34" charset="0"/>
              </a:defRPr>
            </a:lvl1pPr>
            <a:lvl2pPr marL="0" indent="0">
              <a:buNone/>
              <a:defRPr sz="1800"/>
            </a:lvl2pPr>
            <a:lvl3pPr marL="228594">
              <a:buFont typeface="Graphik" panose="020B0604020202020204" pitchFamily="34" charset="0"/>
              <a:buChar char="•"/>
              <a:defRPr sz="1800"/>
            </a:lvl3pPr>
            <a:lvl4pPr marL="457189">
              <a:buFont typeface="Graphik"/>
              <a:buChar char="–"/>
              <a:defRPr sz="1600"/>
            </a:lvl4pPr>
            <a:lvl5pPr marL="685783">
              <a:buFont typeface="Graphik" panose="020B0604020202020204" pitchFamily="34" charset="0"/>
              <a:buChar char="•"/>
              <a:defRPr sz="1600"/>
            </a:lvl5pPr>
          </a:lstStyle>
          <a:p>
            <a:pPr lvl="0"/>
            <a:r>
              <a:rPr lang="en-GB"/>
              <a:t>Place subtitle here in </a:t>
            </a:r>
            <a:r>
              <a:rPr lang="en-GB" err="1"/>
              <a:t>Arial</a:t>
            </a:r>
            <a:r>
              <a:rPr lang="en-GB"/>
              <a:t> regular</a:t>
            </a:r>
            <a:endParaRPr lang="en-US"/>
          </a:p>
        </p:txBody>
      </p:sp>
      <p:sp>
        <p:nvSpPr>
          <p:cNvPr id="29" name="Text Placeholder 3">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18" name="Text Placeholder 4">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4"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0" name="Text Placeholder 5">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7" name="Text Placeholder 6">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4"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1" name="Text Placeholder 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59" name="Text Placeholder 8">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4"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2" name="Text Placeholder 9">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1" name="Text Placeholder 10">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4"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3" name="Text Placeholder 11">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3" name="Text Placeholder 12">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4"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4" name="Text Placeholder 13">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5" name="Text Placeholder 14">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4"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5" name="Text Placeholder 15">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7" name="Text Placeholder 16">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4"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69" name="Text Placeholder 18">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4"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4" name="Text Placeholder 19">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1" y="1371602"/>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6" name="Text Placeholder 20">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63" y="1371602"/>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5" name="Text Placeholder 21">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1" y="1976479"/>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7" name="Text Placeholder 22">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63" y="1976479"/>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6" name="Text Placeholder 23">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1" y="2581358"/>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8" name="Text Placeholder 24">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63" y="2581358"/>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7" name="Text Placeholder 25">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1" y="3186235"/>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89" name="Text Placeholder 26">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63" y="3186235"/>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8" name="Text Placeholder 2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1" y="3791114"/>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0" name="Text Placeholder 28">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63" y="3791114"/>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99" name="Text Placeholder 29">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1" y="4395991"/>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1" name="Text Placeholder 30">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63" y="4395991"/>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0" name="Text Placeholder 31">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1" y="5000870"/>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2" name="Text Placeholder 32">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63" y="5000870"/>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sp>
        <p:nvSpPr>
          <p:cNvPr id="101" name="Text Placeholder 33">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1" y="5605747"/>
            <a:ext cx="405128"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1800" b="0">
                <a:solidFill>
                  <a:schemeClr val="bg2"/>
                </a:solidFill>
                <a:latin typeface="+mj-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sp>
        <p:nvSpPr>
          <p:cNvPr id="93" name="Text Placeholder 34">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63" y="5605747"/>
            <a:ext cx="2783175" cy="485340"/>
          </a:xfrm>
          <a:prstGeom prst="rect">
            <a:avLst/>
          </a:prstGeom>
        </p:spPr>
        <p:txBody>
          <a:bodyPr anchor="ctr"/>
          <a:lstStyle>
            <a:lvl1pPr>
              <a:spcAft>
                <a:spcPts val="0"/>
              </a:spcAft>
              <a:buNone/>
              <a:defRPr sz="1600" b="0" i="0">
                <a:latin typeface="Arial" panose="020B0604020202020204" pitchFamily="34" charset="0"/>
              </a:defRPr>
            </a:lvl1pPr>
          </a:lstStyle>
          <a:p>
            <a:pPr lvl="0"/>
            <a:r>
              <a:rPr lang="en-GB"/>
              <a:t>Insert agenda item</a:t>
            </a:r>
            <a:endParaRPr lang="en-US"/>
          </a:p>
        </p:txBody>
      </p:sp>
      <p:cxnSp>
        <p:nvCxnSpPr>
          <p:cNvPr id="4" name="Straight Connector 3">
            <a:extLst>
              <a:ext uri="{FF2B5EF4-FFF2-40B4-BE49-F238E27FC236}">
                <a16:creationId xmlns:a16="http://schemas.microsoft.com/office/drawing/2014/main" id="{D72EABDE-2DC7-B441-8D65-EC926DD10B85}"/>
              </a:ext>
              <a:ext uri="{C183D7F6-B498-43B3-948B-1728B52AA6E4}">
                <adec:decorative xmlns:adec="http://schemas.microsoft.com/office/drawing/2017/decorative" val="1"/>
              </a:ext>
            </a:extLst>
          </p:cNvPr>
          <p:cNvCxnSpPr/>
          <p:nvPr userDrawn="1"/>
        </p:nvCxnSpPr>
        <p:spPr>
          <a:xfrm>
            <a:off x="4045241"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09719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image 1">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439FCDF-0209-75C7-EEFD-72F454BE9350}"/>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11" name="Picture Placeholder 10">
            <a:extLst>
              <a:ext uri="{FF2B5EF4-FFF2-40B4-BE49-F238E27FC236}">
                <a16:creationId xmlns:a16="http://schemas.microsoft.com/office/drawing/2014/main" id="{1798FE22-CDE6-88FF-ACBC-FD9C36E03DFD}"/>
              </a:ext>
            </a:extLst>
          </p:cNvPr>
          <p:cNvSpPr>
            <a:spLocks noGrp="1"/>
          </p:cNvSpPr>
          <p:nvPr>
            <p:ph type="pic" sz="quarter" idx="10"/>
          </p:nvPr>
        </p:nvSpPr>
        <p:spPr>
          <a:xfrm>
            <a:off x="-6349" y="1341439"/>
            <a:ext cx="2329381" cy="4787900"/>
          </a:xfrm>
          <a:solidFill>
            <a:schemeClr val="bg1">
              <a:lumMod val="95000"/>
            </a:schemeClr>
          </a:solidFill>
        </p:spPr>
        <p:txBody>
          <a:bodyPr anchor="ctr"/>
          <a:lstStyle>
            <a:lvl1pPr algn="ctr">
              <a:defRPr/>
            </a:lvl1pPr>
          </a:lstStyle>
          <a:p>
            <a:r>
              <a:rPr lang="en-US"/>
              <a:t>Click icon to add picture</a:t>
            </a:r>
          </a:p>
        </p:txBody>
      </p:sp>
      <p:sp>
        <p:nvSpPr>
          <p:cNvPr id="12" name="Text Placeholder 2">
            <a:extLst>
              <a:ext uri="{FF2B5EF4-FFF2-40B4-BE49-F238E27FC236}">
                <a16:creationId xmlns:a16="http://schemas.microsoft.com/office/drawing/2014/main" id="{F7CBA93D-A16D-15A7-59FB-5DA53C303FE4}"/>
              </a:ext>
            </a:extLst>
          </p:cNvPr>
          <p:cNvSpPr>
            <a:spLocks noGrp="1"/>
          </p:cNvSpPr>
          <p:nvPr>
            <p:ph idx="1" hasCustomPrompt="1"/>
          </p:nvPr>
        </p:nvSpPr>
        <p:spPr>
          <a:xfrm>
            <a:off x="2759509"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3" name="Text Placeholder 2">
            <a:extLst>
              <a:ext uri="{FF2B5EF4-FFF2-40B4-BE49-F238E27FC236}">
                <a16:creationId xmlns:a16="http://schemas.microsoft.com/office/drawing/2014/main" id="{59F85972-AC4E-08A3-B374-8C2AF42D54FD}"/>
              </a:ext>
            </a:extLst>
          </p:cNvPr>
          <p:cNvSpPr>
            <a:spLocks noGrp="1"/>
          </p:cNvSpPr>
          <p:nvPr>
            <p:ph idx="11" hasCustomPrompt="1"/>
          </p:nvPr>
        </p:nvSpPr>
        <p:spPr>
          <a:xfrm>
            <a:off x="5080176"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14" name="Text Placeholder 2">
            <a:extLst>
              <a:ext uri="{FF2B5EF4-FFF2-40B4-BE49-F238E27FC236}">
                <a16:creationId xmlns:a16="http://schemas.microsoft.com/office/drawing/2014/main" id="{6C21799C-032C-A3F2-FCE9-D7BE2B106CC9}"/>
              </a:ext>
            </a:extLst>
          </p:cNvPr>
          <p:cNvSpPr>
            <a:spLocks noGrp="1"/>
          </p:cNvSpPr>
          <p:nvPr>
            <p:ph idx="12" hasCustomPrompt="1"/>
          </p:nvPr>
        </p:nvSpPr>
        <p:spPr>
          <a:xfrm>
            <a:off x="7406324"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solidFill>
                  <a:schemeClr val="tx2"/>
                </a:solidFill>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3" name="Text Placeholder 2">
            <a:extLst>
              <a:ext uri="{FF2B5EF4-FFF2-40B4-BE49-F238E27FC236}">
                <a16:creationId xmlns:a16="http://schemas.microsoft.com/office/drawing/2014/main" id="{6EE563D9-F425-062E-85B6-BFD1ECBB98D3}"/>
              </a:ext>
            </a:extLst>
          </p:cNvPr>
          <p:cNvSpPr>
            <a:spLocks noGrp="1"/>
          </p:cNvSpPr>
          <p:nvPr>
            <p:ph idx="13" hasCustomPrompt="1"/>
          </p:nvPr>
        </p:nvSpPr>
        <p:spPr>
          <a:xfrm>
            <a:off x="9726991" y="4791684"/>
            <a:ext cx="1913607" cy="1299406"/>
          </a:xfrm>
          <a:prstGeom prst="rect">
            <a:avLst/>
          </a:prstGeom>
        </p:spPr>
        <p:txBody>
          <a:bodyPr vert="horz" lIns="0" tIns="0" rIns="0" bIns="0" rtlCol="0">
            <a:noAutofit/>
          </a:bodyPr>
          <a:lstStyle>
            <a:lvl1pPr>
              <a:defRPr sz="1600" b="1" i="0">
                <a:solidFill>
                  <a:schemeClr val="bg2"/>
                </a:solidFill>
                <a:latin typeface="Arial" panose="020B0604020202020204" pitchFamily="34" charset="0"/>
              </a:defRPr>
            </a:lvl1pPr>
            <a:lvl2pPr marL="0" indent="0">
              <a:buNone/>
              <a:defRPr sz="1200" b="0" i="0">
                <a:latin typeface="Arial" panose="020B0604020202020204" pitchFamily="34" charset="0"/>
              </a:defRPr>
            </a:lvl2pPr>
            <a:lvl3pPr marL="16933" indent="0">
              <a:buNone/>
              <a:tabLst/>
              <a:defRPr sz="1200" b="0" i="0">
                <a:latin typeface="Graphik" panose="020B0503030202060203" pitchFamily="34" charset="77"/>
              </a:defRPr>
            </a:lvl3pPr>
            <a:lvl4pPr marL="16933" indent="0">
              <a:buNone/>
              <a:tabLst/>
              <a:defRPr sz="1050" b="0" i="0">
                <a:latin typeface="Graphik" panose="020B0503030202060203" pitchFamily="34" charset="77"/>
              </a:defRPr>
            </a:lvl4pPr>
            <a:lvl5pPr marL="16933" indent="0">
              <a:buNone/>
              <a:tabLst/>
              <a:defRPr sz="1050" b="0" i="0">
                <a:latin typeface="Graphik" panose="020B0503030202060203" pitchFamily="34" charset="77"/>
              </a:defRPr>
            </a:lvl5pPr>
            <a:lvl6pPr>
              <a:defRPr sz="1200" b="0" i="0">
                <a:latin typeface="Graphik" panose="020B0503030202060203" pitchFamily="34" charset="77"/>
              </a:defRPr>
            </a:lvl6pPr>
            <a:lvl7pPr>
              <a:defRPr sz="1050" b="0" i="0">
                <a:latin typeface="Graphik" panose="020B0503030202060203" pitchFamily="34" charset="77"/>
              </a:defRPr>
            </a:lvl7pPr>
            <a:lvl9pPr>
              <a:defRPr sz="1050" b="0" i="0">
                <a:latin typeface="Graphik" panose="020B0503030202060203" pitchFamily="34" charset="77"/>
              </a:defRPr>
            </a:lvl9pPr>
          </a:lstStyle>
          <a:p>
            <a:pPr lvl="0"/>
            <a:r>
              <a:rPr lang="en-US"/>
              <a:t>First level (bullet)</a:t>
            </a:r>
          </a:p>
          <a:p>
            <a:pPr lvl="1"/>
            <a:r>
              <a:rPr lang="en-US"/>
              <a:t>Insert text here</a:t>
            </a:r>
          </a:p>
        </p:txBody>
      </p:sp>
      <p:sp>
        <p:nvSpPr>
          <p:cNvPr id="6" name="Text Placeholder 3">
            <a:extLst>
              <a:ext uri="{FF2B5EF4-FFF2-40B4-BE49-F238E27FC236}">
                <a16:creationId xmlns:a16="http://schemas.microsoft.com/office/drawing/2014/main" id="{56063D68-A744-CDD7-FA67-D2E3EBBCDB1B}"/>
              </a:ext>
            </a:extLst>
          </p:cNvPr>
          <p:cNvSpPr>
            <a:spLocks noGrp="1"/>
          </p:cNvSpPr>
          <p:nvPr>
            <p:ph type="body" sz="quarter" idx="31" hasCustomPrompt="1"/>
          </p:nvPr>
        </p:nvSpPr>
        <p:spPr>
          <a:xfrm>
            <a:off x="2759508"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7" name="Straight Connector 6">
            <a:extLst>
              <a:ext uri="{FF2B5EF4-FFF2-40B4-BE49-F238E27FC236}">
                <a16:creationId xmlns:a16="http://schemas.microsoft.com/office/drawing/2014/main" id="{68764EE2-7F2F-45E2-82F3-AAF71D3EBFB5}"/>
              </a:ext>
              <a:ext uri="{C183D7F6-B498-43B3-948B-1728B52AA6E4}">
                <adec:decorative xmlns:adec="http://schemas.microsoft.com/office/drawing/2017/decorative" val="1"/>
              </a:ext>
            </a:extLst>
          </p:cNvPr>
          <p:cNvCxnSpPr/>
          <p:nvPr userDrawn="1"/>
        </p:nvCxnSpPr>
        <p:spPr>
          <a:xfrm>
            <a:off x="2562457"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0" name="Text Placeholder 3">
            <a:extLst>
              <a:ext uri="{FF2B5EF4-FFF2-40B4-BE49-F238E27FC236}">
                <a16:creationId xmlns:a16="http://schemas.microsoft.com/office/drawing/2014/main" id="{591D4CA2-E2F2-5487-46F9-665130B94BE8}"/>
              </a:ext>
            </a:extLst>
          </p:cNvPr>
          <p:cNvSpPr>
            <a:spLocks noGrp="1"/>
          </p:cNvSpPr>
          <p:nvPr>
            <p:ph type="body" sz="quarter" idx="35" hasCustomPrompt="1"/>
          </p:nvPr>
        </p:nvSpPr>
        <p:spPr>
          <a:xfrm>
            <a:off x="5080175"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1" name="Straight Connector 20">
            <a:extLst>
              <a:ext uri="{FF2B5EF4-FFF2-40B4-BE49-F238E27FC236}">
                <a16:creationId xmlns:a16="http://schemas.microsoft.com/office/drawing/2014/main" id="{3B5359CD-D0A3-6EBD-72CC-C75E6319FD1B}"/>
              </a:ext>
              <a:ext uri="{C183D7F6-B498-43B3-948B-1728B52AA6E4}">
                <adec:decorative xmlns:adec="http://schemas.microsoft.com/office/drawing/2017/decorative" val="1"/>
              </a:ext>
            </a:extLst>
          </p:cNvPr>
          <p:cNvCxnSpPr/>
          <p:nvPr userDrawn="1"/>
        </p:nvCxnSpPr>
        <p:spPr>
          <a:xfrm>
            <a:off x="4883124"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6" name="Text Placeholder 3">
            <a:extLst>
              <a:ext uri="{FF2B5EF4-FFF2-40B4-BE49-F238E27FC236}">
                <a16:creationId xmlns:a16="http://schemas.microsoft.com/office/drawing/2014/main" id="{414973FE-1A5A-4784-BBEF-55CFBBF298DC}"/>
              </a:ext>
            </a:extLst>
          </p:cNvPr>
          <p:cNvSpPr>
            <a:spLocks noGrp="1"/>
          </p:cNvSpPr>
          <p:nvPr>
            <p:ph type="body" sz="quarter" idx="36" hasCustomPrompt="1"/>
          </p:nvPr>
        </p:nvSpPr>
        <p:spPr>
          <a:xfrm>
            <a:off x="7406323"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7" name="Straight Connector 26">
            <a:extLst>
              <a:ext uri="{FF2B5EF4-FFF2-40B4-BE49-F238E27FC236}">
                <a16:creationId xmlns:a16="http://schemas.microsoft.com/office/drawing/2014/main" id="{DEC62542-3EC7-23B4-6810-D7943AD8A258}"/>
              </a:ext>
              <a:ext uri="{C183D7F6-B498-43B3-948B-1728B52AA6E4}">
                <adec:decorative xmlns:adec="http://schemas.microsoft.com/office/drawing/2017/decorative" val="1"/>
              </a:ext>
            </a:extLst>
          </p:cNvPr>
          <p:cNvCxnSpPr/>
          <p:nvPr userDrawn="1"/>
        </p:nvCxnSpPr>
        <p:spPr>
          <a:xfrm>
            <a:off x="7209272"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Text Placeholder 3">
            <a:extLst>
              <a:ext uri="{FF2B5EF4-FFF2-40B4-BE49-F238E27FC236}">
                <a16:creationId xmlns:a16="http://schemas.microsoft.com/office/drawing/2014/main" id="{E4DD7065-8DBD-BB8F-6299-198F246266BE}"/>
              </a:ext>
            </a:extLst>
          </p:cNvPr>
          <p:cNvSpPr>
            <a:spLocks noGrp="1"/>
          </p:cNvSpPr>
          <p:nvPr>
            <p:ph type="body" sz="quarter" idx="37" hasCustomPrompt="1"/>
          </p:nvPr>
        </p:nvSpPr>
        <p:spPr>
          <a:xfrm>
            <a:off x="9726990" y="1371602"/>
            <a:ext cx="721093" cy="485340"/>
          </a:xfrm>
          <a:prstGeom prst="rect">
            <a:avLst/>
          </a:prstGeom>
        </p:spPr>
        <p:txBody>
          <a:bodyPr anchor="ctr"/>
          <a:lstStyle>
            <a:lvl1pPr marL="0" marR="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sz="4000" b="0">
                <a:solidFill>
                  <a:schemeClr val="tx1"/>
                </a:solidFill>
                <a:latin typeface="+mn-lt"/>
              </a:defRPr>
            </a:lvl1pPr>
          </a:lstStyle>
          <a:p>
            <a:pPr marL="0" marR="0" lvl="0" indent="0" algn="ctr" defTabSz="228594" rtl="0" eaLnBrk="1" fontAlgn="auto" latinLnBrk="0" hangingPunct="1">
              <a:lnSpc>
                <a:spcPct val="100000"/>
              </a:lnSpc>
              <a:spcBef>
                <a:spcPts val="0"/>
              </a:spcBef>
              <a:spcAft>
                <a:spcPts val="0"/>
              </a:spcAft>
              <a:buClrTx/>
              <a:buSzTx/>
              <a:buFont typeface="Graphik" panose="020B0604020202020204" pitchFamily="34" charset="0"/>
              <a:buNone/>
              <a:tabLst/>
              <a:defRPr/>
            </a:pPr>
            <a:r>
              <a:rPr lang="en-GB"/>
              <a:t>##</a:t>
            </a:r>
            <a:endParaRPr lang="en-US"/>
          </a:p>
        </p:txBody>
      </p:sp>
      <p:cxnSp>
        <p:nvCxnSpPr>
          <p:cNvPr id="29" name="Straight Connector 28">
            <a:extLst>
              <a:ext uri="{FF2B5EF4-FFF2-40B4-BE49-F238E27FC236}">
                <a16:creationId xmlns:a16="http://schemas.microsoft.com/office/drawing/2014/main" id="{678B4AEA-422E-5B9F-1050-B102C345D5CB}"/>
              </a:ext>
              <a:ext uri="{C183D7F6-B498-43B3-948B-1728B52AA6E4}">
                <adec:decorative xmlns:adec="http://schemas.microsoft.com/office/drawing/2017/decorative" val="1"/>
              </a:ext>
            </a:extLst>
          </p:cNvPr>
          <p:cNvCxnSpPr/>
          <p:nvPr userDrawn="1"/>
        </p:nvCxnSpPr>
        <p:spPr>
          <a:xfrm>
            <a:off x="9529939" y="1371603"/>
            <a:ext cx="0" cy="4719487"/>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561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7204A-4462-2F62-F226-525C35783498}"/>
              </a:ext>
            </a:extLst>
          </p:cNvPr>
          <p:cNvSpPr>
            <a:spLocks noGrp="1"/>
          </p:cNvSpPr>
          <p:nvPr>
            <p:ph type="title"/>
          </p:nvPr>
        </p:nvSpPr>
        <p:spPr>
          <a:xfrm>
            <a:off x="565461" y="558086"/>
            <a:ext cx="11075678" cy="393954"/>
          </a:xfrm>
        </p:spPr>
        <p:txBody>
          <a:bodyPr/>
          <a:lstStyle/>
          <a:p>
            <a:r>
              <a:rPr lang="en-US"/>
              <a:t>Click to edit Master title style</a:t>
            </a:r>
          </a:p>
        </p:txBody>
      </p:sp>
      <p:sp>
        <p:nvSpPr>
          <p:cNvPr id="3" name="Picture Placeholder 10">
            <a:extLst>
              <a:ext uri="{FF2B5EF4-FFF2-40B4-BE49-F238E27FC236}">
                <a16:creationId xmlns:a16="http://schemas.microsoft.com/office/drawing/2014/main" id="{49ACF502-3E74-91C2-B945-4A140A77E48E}"/>
              </a:ext>
            </a:extLst>
          </p:cNvPr>
          <p:cNvSpPr>
            <a:spLocks noGrp="1"/>
          </p:cNvSpPr>
          <p:nvPr>
            <p:ph type="pic" sz="quarter" idx="10"/>
          </p:nvPr>
        </p:nvSpPr>
        <p:spPr>
          <a:xfrm>
            <a:off x="-6350" y="1331548"/>
            <a:ext cx="3130551" cy="4812304"/>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
        <p:nvSpPr>
          <p:cNvPr id="16" name="Text Placeholder 15">
            <a:extLst>
              <a:ext uri="{FF2B5EF4-FFF2-40B4-BE49-F238E27FC236}">
                <a16:creationId xmlns:a16="http://schemas.microsoft.com/office/drawing/2014/main" id="{E6ED4F0B-36A9-C1D2-C829-FDA15A800F9D}"/>
              </a:ext>
            </a:extLst>
          </p:cNvPr>
          <p:cNvSpPr>
            <a:spLocks noGrp="1"/>
          </p:cNvSpPr>
          <p:nvPr>
            <p:ph type="body" sz="quarter" idx="14" hasCustomPrompt="1"/>
          </p:nvPr>
        </p:nvSpPr>
        <p:spPr>
          <a:xfrm>
            <a:off x="3326296" y="1399117"/>
            <a:ext cx="563754" cy="492443"/>
          </a:xfrm>
        </p:spPr>
        <p:txBody>
          <a:bodyPr wrap="square">
            <a:spAutoFit/>
          </a:bodyPr>
          <a:lstStyle>
            <a:lvl1pPr algn="r">
              <a:defRPr sz="1600">
                <a:latin typeface="+mj-lt"/>
              </a:defRPr>
            </a:lvl1pPr>
          </a:lstStyle>
          <a:p>
            <a:pPr lvl="0"/>
            <a:r>
              <a:rPr lang="en-US"/>
              <a:t>Click ##</a:t>
            </a:r>
          </a:p>
        </p:txBody>
      </p:sp>
      <p:sp>
        <p:nvSpPr>
          <p:cNvPr id="4" name="Text Placeholder 2">
            <a:extLst>
              <a:ext uri="{FF2B5EF4-FFF2-40B4-BE49-F238E27FC236}">
                <a16:creationId xmlns:a16="http://schemas.microsoft.com/office/drawing/2014/main" id="{E40A9406-C547-1F85-E71D-853495CEBBB9}"/>
              </a:ext>
            </a:extLst>
          </p:cNvPr>
          <p:cNvSpPr>
            <a:spLocks noGrp="1"/>
          </p:cNvSpPr>
          <p:nvPr>
            <p:ph idx="1" hasCustomPrompt="1"/>
          </p:nvPr>
        </p:nvSpPr>
        <p:spPr>
          <a:xfrm>
            <a:off x="4148043" y="139809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7" name="Text Placeholder 15">
            <a:extLst>
              <a:ext uri="{FF2B5EF4-FFF2-40B4-BE49-F238E27FC236}">
                <a16:creationId xmlns:a16="http://schemas.microsoft.com/office/drawing/2014/main" id="{F21C5D35-2D9B-01B4-73C2-EF565E27FB9D}"/>
              </a:ext>
            </a:extLst>
          </p:cNvPr>
          <p:cNvSpPr>
            <a:spLocks noGrp="1"/>
          </p:cNvSpPr>
          <p:nvPr>
            <p:ph type="body" sz="quarter" idx="15" hasCustomPrompt="1"/>
          </p:nvPr>
        </p:nvSpPr>
        <p:spPr>
          <a:xfrm>
            <a:off x="3326296" y="2376037"/>
            <a:ext cx="563754" cy="492443"/>
          </a:xfrm>
        </p:spPr>
        <p:txBody>
          <a:bodyPr wrap="square">
            <a:spAutoFit/>
          </a:bodyPr>
          <a:lstStyle>
            <a:lvl1pPr algn="r">
              <a:defRPr sz="1600">
                <a:latin typeface="+mj-lt"/>
              </a:defRPr>
            </a:lvl1pPr>
          </a:lstStyle>
          <a:p>
            <a:pPr lvl="0"/>
            <a:r>
              <a:rPr lang="en-US"/>
              <a:t>Click ##</a:t>
            </a:r>
          </a:p>
        </p:txBody>
      </p:sp>
      <p:sp>
        <p:nvSpPr>
          <p:cNvPr id="8" name="Text Placeholder 2">
            <a:extLst>
              <a:ext uri="{FF2B5EF4-FFF2-40B4-BE49-F238E27FC236}">
                <a16:creationId xmlns:a16="http://schemas.microsoft.com/office/drawing/2014/main" id="{C79B9814-F84A-3469-40B8-1C61FBBE11E2}"/>
              </a:ext>
            </a:extLst>
          </p:cNvPr>
          <p:cNvSpPr>
            <a:spLocks noGrp="1"/>
          </p:cNvSpPr>
          <p:nvPr>
            <p:ph idx="11" hasCustomPrompt="1"/>
          </p:nvPr>
        </p:nvSpPr>
        <p:spPr>
          <a:xfrm>
            <a:off x="4148043" y="2375233"/>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8" name="Text Placeholder 15">
            <a:extLst>
              <a:ext uri="{FF2B5EF4-FFF2-40B4-BE49-F238E27FC236}">
                <a16:creationId xmlns:a16="http://schemas.microsoft.com/office/drawing/2014/main" id="{731C7DC5-DAD9-9025-120D-FBB8C142A60F}"/>
              </a:ext>
            </a:extLst>
          </p:cNvPr>
          <p:cNvSpPr>
            <a:spLocks noGrp="1"/>
          </p:cNvSpPr>
          <p:nvPr>
            <p:ph type="body" sz="quarter" idx="16" hasCustomPrompt="1"/>
          </p:nvPr>
        </p:nvSpPr>
        <p:spPr>
          <a:xfrm>
            <a:off x="3326296" y="3350384"/>
            <a:ext cx="563754" cy="492443"/>
          </a:xfrm>
        </p:spPr>
        <p:txBody>
          <a:bodyPr wrap="square">
            <a:spAutoFit/>
          </a:bodyPr>
          <a:lstStyle>
            <a:lvl1pPr algn="r">
              <a:defRPr sz="1600">
                <a:latin typeface="+mj-lt"/>
              </a:defRPr>
            </a:lvl1pPr>
          </a:lstStyle>
          <a:p>
            <a:pPr lvl="0"/>
            <a:r>
              <a:rPr lang="en-US"/>
              <a:t>Click ##</a:t>
            </a:r>
          </a:p>
        </p:txBody>
      </p:sp>
      <p:sp>
        <p:nvSpPr>
          <p:cNvPr id="9" name="Text Placeholder 2">
            <a:extLst>
              <a:ext uri="{FF2B5EF4-FFF2-40B4-BE49-F238E27FC236}">
                <a16:creationId xmlns:a16="http://schemas.microsoft.com/office/drawing/2014/main" id="{DBE139AE-63B6-C2C1-4D09-17C298F69AB6}"/>
              </a:ext>
            </a:extLst>
          </p:cNvPr>
          <p:cNvSpPr>
            <a:spLocks noGrp="1"/>
          </p:cNvSpPr>
          <p:nvPr>
            <p:ph idx="12" hasCustomPrompt="1"/>
          </p:nvPr>
        </p:nvSpPr>
        <p:spPr>
          <a:xfrm>
            <a:off x="4148043" y="3352372"/>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19" name="Text Placeholder 15">
            <a:extLst>
              <a:ext uri="{FF2B5EF4-FFF2-40B4-BE49-F238E27FC236}">
                <a16:creationId xmlns:a16="http://schemas.microsoft.com/office/drawing/2014/main" id="{8EA33AE2-AAF8-CAB9-E244-AD70E24C3EB6}"/>
              </a:ext>
            </a:extLst>
          </p:cNvPr>
          <p:cNvSpPr>
            <a:spLocks noGrp="1"/>
          </p:cNvSpPr>
          <p:nvPr>
            <p:ph type="body" sz="quarter" idx="17" hasCustomPrompt="1"/>
          </p:nvPr>
        </p:nvSpPr>
        <p:spPr>
          <a:xfrm>
            <a:off x="3326296" y="4335521"/>
            <a:ext cx="563754" cy="492443"/>
          </a:xfrm>
        </p:spPr>
        <p:txBody>
          <a:bodyPr wrap="square">
            <a:spAutoFit/>
          </a:bodyPr>
          <a:lstStyle>
            <a:lvl1pPr algn="r">
              <a:defRPr sz="1600">
                <a:latin typeface="+mj-lt"/>
              </a:defRPr>
            </a:lvl1pPr>
          </a:lstStyle>
          <a:p>
            <a:pPr lvl="0"/>
            <a:r>
              <a:rPr lang="en-US"/>
              <a:t>Click ##</a:t>
            </a:r>
          </a:p>
        </p:txBody>
      </p:sp>
      <p:sp>
        <p:nvSpPr>
          <p:cNvPr id="10" name="Text Placeholder 2">
            <a:extLst>
              <a:ext uri="{FF2B5EF4-FFF2-40B4-BE49-F238E27FC236}">
                <a16:creationId xmlns:a16="http://schemas.microsoft.com/office/drawing/2014/main" id="{F7111FC3-B91A-E597-25A2-DCDF58B1DF3D}"/>
              </a:ext>
            </a:extLst>
          </p:cNvPr>
          <p:cNvSpPr>
            <a:spLocks noGrp="1"/>
          </p:cNvSpPr>
          <p:nvPr>
            <p:ph idx="13" hasCustomPrompt="1"/>
          </p:nvPr>
        </p:nvSpPr>
        <p:spPr>
          <a:xfrm>
            <a:off x="4148043" y="432951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
        <p:nvSpPr>
          <p:cNvPr id="6" name="Text Placeholder 15">
            <a:extLst>
              <a:ext uri="{FF2B5EF4-FFF2-40B4-BE49-F238E27FC236}">
                <a16:creationId xmlns:a16="http://schemas.microsoft.com/office/drawing/2014/main" id="{8EC9E534-1AD8-73C5-C5AC-15F48DA342B1}"/>
              </a:ext>
            </a:extLst>
          </p:cNvPr>
          <p:cNvSpPr>
            <a:spLocks noGrp="1"/>
          </p:cNvSpPr>
          <p:nvPr>
            <p:ph type="body" sz="quarter" idx="19" hasCustomPrompt="1"/>
          </p:nvPr>
        </p:nvSpPr>
        <p:spPr>
          <a:xfrm>
            <a:off x="3326296" y="5307673"/>
            <a:ext cx="563754" cy="492443"/>
          </a:xfrm>
        </p:spPr>
        <p:txBody>
          <a:bodyPr wrap="square">
            <a:spAutoFit/>
          </a:bodyPr>
          <a:lstStyle>
            <a:lvl1pPr algn="r">
              <a:defRPr sz="1600">
                <a:latin typeface="+mj-lt"/>
              </a:defRPr>
            </a:lvl1pPr>
          </a:lstStyle>
          <a:p>
            <a:pPr lvl="0"/>
            <a:r>
              <a:rPr lang="en-US"/>
              <a:t>Click ##</a:t>
            </a:r>
          </a:p>
        </p:txBody>
      </p:sp>
      <p:sp>
        <p:nvSpPr>
          <p:cNvPr id="5" name="Text Placeholder 2">
            <a:extLst>
              <a:ext uri="{FF2B5EF4-FFF2-40B4-BE49-F238E27FC236}">
                <a16:creationId xmlns:a16="http://schemas.microsoft.com/office/drawing/2014/main" id="{1702F099-923C-04BF-8A6D-959AE146329A}"/>
              </a:ext>
            </a:extLst>
          </p:cNvPr>
          <p:cNvSpPr>
            <a:spLocks noGrp="1"/>
          </p:cNvSpPr>
          <p:nvPr>
            <p:ph idx="18" hasCustomPrompt="1"/>
          </p:nvPr>
        </p:nvSpPr>
        <p:spPr>
          <a:xfrm>
            <a:off x="4148043" y="5306651"/>
            <a:ext cx="6980401" cy="694100"/>
          </a:xfrm>
          <a:prstGeom prst="rect">
            <a:avLst/>
          </a:prstGeom>
        </p:spPr>
        <p:txBody>
          <a:bodyPr vert="horz" lIns="0" tIns="0" rIns="0" bIns="0" rtlCol="0">
            <a:noAutofit/>
          </a:bodyPr>
          <a:lstStyle>
            <a:lvl1pPr>
              <a:spcAft>
                <a:spcPts val="400"/>
              </a:spcAft>
              <a:defRPr sz="1600" b="1" i="0">
                <a:solidFill>
                  <a:schemeClr val="bg2"/>
                </a:solidFill>
                <a:latin typeface="Arial" panose="020B0604020202020204" pitchFamily="34" charset="0"/>
              </a:defRPr>
            </a:lvl1pPr>
            <a:lvl2pPr marL="0" indent="0">
              <a:spcAft>
                <a:spcPts val="400"/>
              </a:spcAft>
              <a:buNone/>
              <a:defRPr sz="1200" b="0" i="0">
                <a:latin typeface="Arial" panose="020B0604020202020204" pitchFamily="34" charset="0"/>
              </a:defRPr>
            </a:lvl2pPr>
            <a:lvl3pPr marL="10584" indent="0">
              <a:spcAft>
                <a:spcPts val="400"/>
              </a:spcAft>
              <a:buNone/>
              <a:tabLst/>
              <a:defRPr sz="1200" b="0" i="0">
                <a:latin typeface="Arial" panose="020B0604020202020204" pitchFamily="34" charset="0"/>
              </a:defRPr>
            </a:lvl3pPr>
            <a:lvl4pPr marL="16933" indent="0">
              <a:buNone/>
              <a:tabLst/>
              <a:defRPr b="0" i="0">
                <a:latin typeface="Graphik" panose="020B0503030202060203" pitchFamily="34" charset="77"/>
              </a:defRPr>
            </a:lvl4pPr>
            <a:lvl5pPr marL="16933" indent="0">
              <a:buNone/>
              <a:tabLst/>
              <a:defRPr b="0" i="0">
                <a:latin typeface="Graphik" panose="020B0503030202060203" pitchFamily="34" charset="77"/>
              </a:defRPr>
            </a:lvl5pPr>
            <a:lvl6pPr>
              <a:defRPr sz="1600" b="0" i="0">
                <a:latin typeface="Graphik" panose="020B0503030202060203" pitchFamily="34" charset="77"/>
              </a:defRPr>
            </a:lvl6pPr>
            <a:lvl7pPr>
              <a:defRPr sz="1200" b="0" i="0">
                <a:latin typeface="Graphik" panose="020B0503030202060203" pitchFamily="34" charset="77"/>
              </a:defRPr>
            </a:lvl7pPr>
            <a:lvl9pPr>
              <a:defRPr sz="1200" b="0" i="0">
                <a:latin typeface="Graphik" panose="020B0503030202060203" pitchFamily="34" charset="77"/>
              </a:defRPr>
            </a:lvl9pPr>
          </a:lstStyle>
          <a:p>
            <a:pPr lvl="0"/>
            <a:r>
              <a:rPr lang="en-US"/>
              <a:t>First level (bullet)</a:t>
            </a:r>
          </a:p>
          <a:p>
            <a:pPr lvl="1"/>
            <a:r>
              <a:rPr lang="en-US"/>
              <a:t>Second level (bullet)</a:t>
            </a:r>
          </a:p>
          <a:p>
            <a:pPr lvl="2"/>
            <a:r>
              <a:rPr lang="en-US"/>
              <a:t>Third level (bullet)</a:t>
            </a:r>
          </a:p>
        </p:txBody>
      </p:sp>
    </p:spTree>
    <p:extLst>
      <p:ext uri="{BB962C8B-B14F-4D97-AF65-F5344CB8AC3E}">
        <p14:creationId xmlns:p14="http://schemas.microsoft.com/office/powerpoint/2010/main" val="1658573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gradient">
    <p:bg>
      <p:bgPr>
        <a:solidFill>
          <a:schemeClr val="accent3"/>
        </a:solidFill>
        <a:effectLst/>
      </p:bgPr>
    </p:bg>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87111667-186F-DD25-9A4B-3608F196AB7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7" name="Title 1">
            <a:extLst>
              <a:ext uri="{FF2B5EF4-FFF2-40B4-BE49-F238E27FC236}">
                <a16:creationId xmlns:a16="http://schemas.microsoft.com/office/drawing/2014/main" id="{2B28B826-EFF3-117E-A205-62F240EBE2CC}"/>
              </a:ext>
            </a:extLst>
          </p:cNvPr>
          <p:cNvSpPr>
            <a:spLocks noGrp="1"/>
          </p:cNvSpPr>
          <p:nvPr>
            <p:ph type="ctrTitle"/>
          </p:nvPr>
        </p:nvSpPr>
        <p:spPr bwMode="white">
          <a:xfrm>
            <a:off x="1182796" y="3776810"/>
            <a:ext cx="5715000" cy="1329595"/>
          </a:xfrm>
          <a:prstGeom prst="rect">
            <a:avLst/>
          </a:prstGeom>
        </p:spPr>
        <p:txBody>
          <a:bodyPr anchor="b"/>
          <a:lstStyle>
            <a:lvl1pPr algn="l">
              <a:lnSpc>
                <a:spcPct val="90000"/>
              </a:lnSpc>
              <a:defRPr sz="4800">
                <a:solidFill>
                  <a:schemeClr val="tx1"/>
                </a:solidFill>
              </a:defRPr>
            </a:lvl1pPr>
          </a:lstStyle>
          <a:p>
            <a:r>
              <a:rPr lang="en-US"/>
              <a:t>Click to edit Master title style</a:t>
            </a:r>
          </a:p>
        </p:txBody>
      </p:sp>
      <p:sp>
        <p:nvSpPr>
          <p:cNvPr id="18" name="Subtitle 2">
            <a:extLst>
              <a:ext uri="{FF2B5EF4-FFF2-40B4-BE49-F238E27FC236}">
                <a16:creationId xmlns:a16="http://schemas.microsoft.com/office/drawing/2014/main" id="{31547BE7-16A3-D21E-ADAC-48D17CDF3008}"/>
              </a:ext>
            </a:extLst>
          </p:cNvPr>
          <p:cNvSpPr>
            <a:spLocks noGrp="1"/>
          </p:cNvSpPr>
          <p:nvPr>
            <p:ph type="subTitle" idx="1" hasCustomPrompt="1"/>
          </p:nvPr>
        </p:nvSpPr>
        <p:spPr bwMode="white">
          <a:xfrm>
            <a:off x="1182796" y="5219056"/>
            <a:ext cx="5715000" cy="1092845"/>
          </a:xfrm>
          <a:prstGeom prst="rect">
            <a:avLst/>
          </a:prstGeom>
        </p:spPr>
        <p:txBody>
          <a:bodyPr/>
          <a:lstStyle>
            <a:lvl1pPr marL="0" indent="0" algn="l">
              <a:lnSpc>
                <a:spcPct val="90000"/>
              </a:lnSpc>
              <a:spcAft>
                <a:spcPts val="0"/>
              </a:spcAft>
              <a:buNone/>
              <a:defRPr sz="1800" b="0" i="0" spc="0">
                <a:solidFill>
                  <a:schemeClr val="tx1"/>
                </a:solidFill>
                <a:latin typeface="Arial" panose="020B0604020202020204" pitchFamily="34" charset="0"/>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pPr marL="0" lvl="0" indent="0" algn="l" defTabSz="914377" rtl="0" eaLnBrk="1" latinLnBrk="0" hangingPunct="1">
              <a:lnSpc>
                <a:spcPct val="100000"/>
              </a:lnSpc>
              <a:spcBef>
                <a:spcPts val="0"/>
              </a:spcBef>
              <a:spcAft>
                <a:spcPts val="0"/>
              </a:spcAft>
              <a:buFont typeface="Graphik" panose="020B0604020202020204" pitchFamily="34" charset="0"/>
              <a:buNone/>
            </a:pPr>
            <a:r>
              <a:rPr lang="en-GB"/>
              <a:t>Place subtitle here in </a:t>
            </a:r>
            <a:r>
              <a:rPr lang="en-GB" err="1"/>
              <a:t>Arial</a:t>
            </a:r>
            <a:r>
              <a:rPr lang="en-GB"/>
              <a:t> regular</a:t>
            </a:r>
            <a:endParaRPr lang="en-US"/>
          </a:p>
        </p:txBody>
      </p:sp>
      <p:sp>
        <p:nvSpPr>
          <p:cNvPr id="2" name="Text Placeholder 8">
            <a:extLst>
              <a:ext uri="{FF2B5EF4-FFF2-40B4-BE49-F238E27FC236}">
                <a16:creationId xmlns:a16="http://schemas.microsoft.com/office/drawing/2014/main" id="{56C59DBC-B2E5-1892-B37B-68897D161976}"/>
              </a:ext>
            </a:extLst>
          </p:cNvPr>
          <p:cNvSpPr>
            <a:spLocks noGrp="1"/>
          </p:cNvSpPr>
          <p:nvPr>
            <p:ph type="body" sz="quarter" idx="11" hasCustomPrompt="1"/>
          </p:nvPr>
        </p:nvSpPr>
        <p:spPr>
          <a:xfrm>
            <a:off x="1189497" y="2433053"/>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9" name="GTS_WH">
            <a:extLst>
              <a:ext uri="{FF2B5EF4-FFF2-40B4-BE49-F238E27FC236}">
                <a16:creationId xmlns:a16="http://schemas.microsoft.com/office/drawing/2014/main" id="{08C622A3-6AC3-418E-A8AE-75B117754CFC}"/>
              </a:ext>
              <a:ext uri="{C183D7F6-B498-43B3-948B-1728B52AA6E4}">
                <adec:decorative xmlns:adec="http://schemas.microsoft.com/office/drawing/2017/decorative" val="1"/>
              </a:ext>
            </a:extLst>
          </p:cNvPr>
          <p:cNvSpPr>
            <a:spLocks noChangeAspect="1"/>
          </p:cNvSpPr>
          <p:nvPr userDrawn="1"/>
        </p:nvSpPr>
        <p:spPr bwMode="white">
          <a:xfrm>
            <a:off x="10499353" y="5752334"/>
            <a:ext cx="509851" cy="559567"/>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62442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image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5362807" y="549275"/>
            <a:ext cx="6278331" cy="5759449"/>
          </a:xfrm>
          <a:prstGeom prst="rect">
            <a:avLst/>
          </a:prstGeom>
          <a:solidFill>
            <a:schemeClr val="tx1">
              <a:lumMod val="95000"/>
            </a:schemeClr>
          </a:solidFill>
        </p:spPr>
        <p:txBody>
          <a:bodyPr tIns="274320" bIns="274320"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Text Placeholder 8">
            <a:extLst>
              <a:ext uri="{FF2B5EF4-FFF2-40B4-BE49-F238E27FC236}">
                <a16:creationId xmlns:a16="http://schemas.microsoft.com/office/drawing/2014/main" id="{772726BC-B615-3428-7DAF-2FCAE36D30B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accent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16" name="GTS_WH">
            <a:extLst>
              <a:ext uri="{FF2B5EF4-FFF2-40B4-BE49-F238E27FC236}">
                <a16:creationId xmlns:a16="http://schemas.microsoft.com/office/drawing/2014/main" id="{B99510A1-6B22-EF9F-A1BE-64088860C26E}"/>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Text Placeholder 8">
            <a:extLst>
              <a:ext uri="{FF2B5EF4-FFF2-40B4-BE49-F238E27FC236}">
                <a16:creationId xmlns:a16="http://schemas.microsoft.com/office/drawing/2014/main" id="{1462BA77-FAF3-D3DC-18C0-2C2257012AB5}"/>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
        <p:nvSpPr>
          <p:cNvPr id="4" name="copyright">
            <a:extLst>
              <a:ext uri="{FF2B5EF4-FFF2-40B4-BE49-F238E27FC236}">
                <a16:creationId xmlns:a16="http://schemas.microsoft.com/office/drawing/2014/main" id="{3BFEEF07-2489-1DF1-A61D-F05EF6756806}"/>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9017E74-C690-EF85-4C2D-25D3ED0FF55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836597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divider: image light mo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18E800-DE3F-7813-356B-5ABD491337A5}"/>
              </a:ext>
            </a:extLst>
          </p:cNvPr>
          <p:cNvSpPr>
            <a:spLocks noGrp="1"/>
          </p:cNvSpPr>
          <p:nvPr>
            <p:ph type="title" hasCustomPrompt="1"/>
          </p:nvPr>
        </p:nvSpPr>
        <p:spPr>
          <a:xfrm>
            <a:off x="574352" y="4020089"/>
            <a:ext cx="4205323" cy="787908"/>
          </a:xfrm>
          <a:prstGeom prst="rect">
            <a:avLst/>
          </a:prstGeom>
        </p:spPr>
        <p:txBody>
          <a:bodyPr anchor="b" anchorCtr="0"/>
          <a:lstStyle>
            <a:lvl1pPr>
              <a:defRPr sz="3200">
                <a:solidFill>
                  <a:schemeClr val="tx1"/>
                </a:solidFill>
              </a:defRPr>
            </a:lvl1pPr>
          </a:lstStyle>
          <a:p>
            <a:r>
              <a:rPr lang="en-US"/>
              <a:t>Click to edit Section title style</a:t>
            </a:r>
          </a:p>
        </p:txBody>
      </p:sp>
      <p:sp>
        <p:nvSpPr>
          <p:cNvPr id="11" name="Picture Placeholder 18">
            <a:extLst>
              <a:ext uri="{FF2B5EF4-FFF2-40B4-BE49-F238E27FC236}">
                <a16:creationId xmlns:a16="http://schemas.microsoft.com/office/drawing/2014/main" id="{C1C7CFCC-2C79-7017-C82B-A74A23285174}"/>
              </a:ext>
            </a:extLst>
          </p:cNvPr>
          <p:cNvSpPr>
            <a:spLocks noGrp="1"/>
          </p:cNvSpPr>
          <p:nvPr>
            <p:ph type="pic" sz="quarter" idx="13" hasCustomPrompt="1"/>
          </p:nvPr>
        </p:nvSpPr>
        <p:spPr>
          <a:xfrm>
            <a:off x="5362807" y="549275"/>
            <a:ext cx="6278331" cy="5759449"/>
          </a:xfrm>
          <a:prstGeom prst="rect">
            <a:avLst/>
          </a:prstGeom>
          <a:solidFill>
            <a:schemeClr val="bg1">
              <a:lumMod val="95000"/>
            </a:schemeClr>
          </a:solidFill>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Text Placeholder 8">
            <a:extLst>
              <a:ext uri="{FF2B5EF4-FFF2-40B4-BE49-F238E27FC236}">
                <a16:creationId xmlns:a16="http://schemas.microsoft.com/office/drawing/2014/main" id="{A631764B-7AB2-0534-6571-AAD04310DAF4}"/>
              </a:ext>
            </a:extLst>
          </p:cNvPr>
          <p:cNvSpPr>
            <a:spLocks noGrp="1"/>
          </p:cNvSpPr>
          <p:nvPr>
            <p:ph type="body" sz="quarter" idx="19" hasCustomPrompt="1"/>
          </p:nvPr>
        </p:nvSpPr>
        <p:spPr>
          <a:xfrm>
            <a:off x="574352" y="5080829"/>
            <a:ext cx="4205324" cy="787909"/>
          </a:xfrm>
          <a:prstGeom prst="rect">
            <a:avLst/>
          </a:prstGeom>
        </p:spPr>
        <p:txBody>
          <a:bodyPr/>
          <a:lstStyle>
            <a:lvl1pPr marL="0" indent="0">
              <a:lnSpc>
                <a:spcPct val="90000"/>
              </a:lnSpc>
              <a:spcAft>
                <a:spcPts val="600"/>
              </a:spcAft>
              <a:buNone/>
              <a:defRPr sz="1600" b="0" i="0">
                <a:solidFill>
                  <a:schemeClr val="bg2"/>
                </a:solidFill>
                <a:latin typeface="Arial" panose="020B0604020202020204" pitchFamily="34" charset="0"/>
              </a:defRPr>
            </a:lvl1pPr>
            <a:lvl2pPr marL="0" indent="0">
              <a:spcAft>
                <a:spcPts val="600"/>
              </a:spcAft>
              <a:buNone/>
              <a:defRPr sz="2400">
                <a:latin typeface="GT Sectra Fine Rg" panose="00000500000000000000" pitchFamily="50" charset="0"/>
              </a:defRPr>
            </a:lvl2pPr>
            <a:lvl3pPr marL="0" indent="0">
              <a:spcAft>
                <a:spcPts val="600"/>
              </a:spcAft>
              <a:buNone/>
              <a:defRPr sz="2400">
                <a:latin typeface="GT Sectra Fine Rg" panose="00000500000000000000" pitchFamily="50" charset="0"/>
              </a:defRPr>
            </a:lvl3pPr>
            <a:lvl4pPr marL="0" indent="0">
              <a:spcAft>
                <a:spcPts val="600"/>
              </a:spcAft>
              <a:buNone/>
              <a:defRPr sz="2400">
                <a:latin typeface="GT Sectra Fine Rg" panose="00000500000000000000" pitchFamily="50" charset="0"/>
              </a:defRPr>
            </a:lvl4pPr>
            <a:lvl5pPr marL="0" indent="0">
              <a:spcAft>
                <a:spcPts val="600"/>
              </a:spcAft>
              <a:buNone/>
              <a:defRPr sz="2400">
                <a:latin typeface="GT Sectra Fine Rg" panose="00000500000000000000" pitchFamily="50" charset="0"/>
              </a:defRPr>
            </a:lvl5pPr>
          </a:lstStyle>
          <a:p>
            <a:pPr lvl="0"/>
            <a:r>
              <a:rPr lang="en-GB"/>
              <a:t>Place subtitle here in </a:t>
            </a:r>
            <a:r>
              <a:rPr lang="en-GB" err="1"/>
              <a:t>Arial</a:t>
            </a:r>
            <a:r>
              <a:rPr lang="en-GB"/>
              <a:t> regular</a:t>
            </a:r>
            <a:endParaRPr lang="en-US"/>
          </a:p>
        </p:txBody>
      </p:sp>
      <p:sp>
        <p:nvSpPr>
          <p:cNvPr id="3" name="Text Placeholder 8">
            <a:extLst>
              <a:ext uri="{FF2B5EF4-FFF2-40B4-BE49-F238E27FC236}">
                <a16:creationId xmlns:a16="http://schemas.microsoft.com/office/drawing/2014/main" id="{2823CF50-4615-0652-00EC-47F06086B36E}"/>
              </a:ext>
            </a:extLst>
          </p:cNvPr>
          <p:cNvSpPr>
            <a:spLocks noGrp="1"/>
          </p:cNvSpPr>
          <p:nvPr>
            <p:ph type="body" sz="quarter" idx="11" hasCustomPrompt="1"/>
          </p:nvPr>
        </p:nvSpPr>
        <p:spPr>
          <a:xfrm>
            <a:off x="574352" y="2576447"/>
            <a:ext cx="1150956" cy="1231106"/>
          </a:xfrm>
        </p:spPr>
        <p:txBody>
          <a:bodyPr wrap="none" anchor="b">
            <a:spAutoFit/>
          </a:bodyPr>
          <a:lstStyle>
            <a:lvl1pPr>
              <a:defRPr sz="8000" b="1" i="0">
                <a:latin typeface="Arial" panose="020B0604020202020204" pitchFamily="34" charset="0"/>
                <a:cs typeface="Arial" panose="020B0604020202020204" pitchFamily="34" charset="0"/>
              </a:defRPr>
            </a:lvl1pPr>
          </a:lstStyle>
          <a:p>
            <a:pPr lvl="0"/>
            <a:r>
              <a:rPr lang="pt-BR"/>
              <a:t>##</a:t>
            </a:r>
            <a:endParaRPr lang="en-AR"/>
          </a:p>
        </p:txBody>
      </p:sp>
    </p:spTree>
    <p:extLst>
      <p:ext uri="{BB962C8B-B14F-4D97-AF65-F5344CB8AC3E}">
        <p14:creationId xmlns:p14="http://schemas.microsoft.com/office/powerpoint/2010/main" val="34628648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Tree>
    <p:extLst>
      <p:ext uri="{BB962C8B-B14F-4D97-AF65-F5344CB8AC3E}">
        <p14:creationId xmlns:p14="http://schemas.microsoft.com/office/powerpoint/2010/main" val="27667841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title only dark mode">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999418117"/>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numbered bullets dark mode ">
    <p:bg>
      <p:bgRef idx="1001">
        <a:schemeClr val="bg1"/>
      </p:bgRef>
    </p:bg>
    <p:spTree>
      <p:nvGrpSpPr>
        <p:cNvPr id="1" name=""/>
        <p:cNvGrpSpPr/>
        <p:nvPr/>
      </p:nvGrpSpPr>
      <p:grpSpPr>
        <a:xfrm>
          <a:off x="0" y="0"/>
          <a:ext cx="0" cy="0"/>
          <a:chOff x="0" y="0"/>
          <a:chExt cx="0" cy="0"/>
        </a:xfrm>
      </p:grpSpPr>
      <p:sp>
        <p:nvSpPr>
          <p:cNvPr id="7" name="Title 2">
            <a:extLst>
              <a:ext uri="{FF2B5EF4-FFF2-40B4-BE49-F238E27FC236}">
                <a16:creationId xmlns:a16="http://schemas.microsoft.com/office/drawing/2014/main" id="{A7088337-B770-9033-B18E-F20E290B6743}"/>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21" name="Text Placeholder 9">
            <a:extLst>
              <a:ext uri="{FF2B5EF4-FFF2-40B4-BE49-F238E27FC236}">
                <a16:creationId xmlns:a16="http://schemas.microsoft.com/office/drawing/2014/main" id="{6325E3FE-E322-E468-99F4-AB54161673A1}"/>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0" name="Text Placeholder 4">
            <a:extLst>
              <a:ext uri="{FF2B5EF4-FFF2-40B4-BE49-F238E27FC236}">
                <a16:creationId xmlns:a16="http://schemas.microsoft.com/office/drawing/2014/main" id="{B399DA3F-4572-D252-06D8-F77FDA3E4F31}"/>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3" name="Text Placeholder 9">
            <a:extLst>
              <a:ext uri="{FF2B5EF4-FFF2-40B4-BE49-F238E27FC236}">
                <a16:creationId xmlns:a16="http://schemas.microsoft.com/office/drawing/2014/main" id="{346A6073-19DD-BFEA-265B-416448C27FF5}"/>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2" name="Text Placeholder 4">
            <a:extLst>
              <a:ext uri="{FF2B5EF4-FFF2-40B4-BE49-F238E27FC236}">
                <a16:creationId xmlns:a16="http://schemas.microsoft.com/office/drawing/2014/main" id="{05F341DC-1615-BF26-3E11-E7C93BBCA3BD}"/>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5" name="Text Placeholder 9">
            <a:extLst>
              <a:ext uri="{FF2B5EF4-FFF2-40B4-BE49-F238E27FC236}">
                <a16:creationId xmlns:a16="http://schemas.microsoft.com/office/drawing/2014/main" id="{81E65BC6-F788-3A86-EAB2-5E9C6AA562A6}"/>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4" name="Text Placeholder 4">
            <a:extLst>
              <a:ext uri="{FF2B5EF4-FFF2-40B4-BE49-F238E27FC236}">
                <a16:creationId xmlns:a16="http://schemas.microsoft.com/office/drawing/2014/main" id="{CC817BB1-741A-B4D2-8998-7808F772A725}"/>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7" name="Text Placeholder 9">
            <a:extLst>
              <a:ext uri="{FF2B5EF4-FFF2-40B4-BE49-F238E27FC236}">
                <a16:creationId xmlns:a16="http://schemas.microsoft.com/office/drawing/2014/main" id="{2995DA47-C5B7-57CE-BB2F-D8DF22C66EEB}"/>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26" name="Text Placeholder 4">
            <a:extLst>
              <a:ext uri="{FF2B5EF4-FFF2-40B4-BE49-F238E27FC236}">
                <a16:creationId xmlns:a16="http://schemas.microsoft.com/office/drawing/2014/main" id="{78A59011-034B-A4E1-6C3C-7B8CC2C9083E}"/>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29" name="Text Placeholder 9">
            <a:extLst>
              <a:ext uri="{FF2B5EF4-FFF2-40B4-BE49-F238E27FC236}">
                <a16:creationId xmlns:a16="http://schemas.microsoft.com/office/drawing/2014/main" id="{55334FA3-2E0A-0615-2560-B2DC41B4690C}"/>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28" name="Text Placeholder 4">
            <a:extLst>
              <a:ext uri="{FF2B5EF4-FFF2-40B4-BE49-F238E27FC236}">
                <a16:creationId xmlns:a16="http://schemas.microsoft.com/office/drawing/2014/main" id="{3791AE70-D198-977B-3194-D99863B9AF2E}"/>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1" name="Text Placeholder 9">
            <a:extLst>
              <a:ext uri="{FF2B5EF4-FFF2-40B4-BE49-F238E27FC236}">
                <a16:creationId xmlns:a16="http://schemas.microsoft.com/office/drawing/2014/main" id="{E93286B5-3D1C-B060-1798-83F5D175BF03}"/>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0" name="Text Placeholder 4">
            <a:extLst>
              <a:ext uri="{FF2B5EF4-FFF2-40B4-BE49-F238E27FC236}">
                <a16:creationId xmlns:a16="http://schemas.microsoft.com/office/drawing/2014/main" id="{5F5DE397-D6A0-D7D6-85BF-7FE7AFED826E}"/>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3" name="Text Placeholder 9">
            <a:extLst>
              <a:ext uri="{FF2B5EF4-FFF2-40B4-BE49-F238E27FC236}">
                <a16:creationId xmlns:a16="http://schemas.microsoft.com/office/drawing/2014/main" id="{C7D3162B-A725-7B11-308B-B829F919CAF0}"/>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accent2"/>
                </a:solidFill>
                <a:latin typeface="Arial" panose="020B0604020202020204" pitchFamily="34" charset="0"/>
                <a:ea typeface="+mn-ea"/>
                <a:cs typeface="+mn-cs"/>
              </a:defRPr>
            </a:lvl1pPr>
          </a:lstStyle>
          <a:p>
            <a:pPr lvl="0"/>
            <a:r>
              <a:rPr lang="en-AR"/>
              <a:t>##</a:t>
            </a:r>
          </a:p>
        </p:txBody>
      </p:sp>
      <p:sp>
        <p:nvSpPr>
          <p:cNvPr id="32" name="Text Placeholder 4">
            <a:extLst>
              <a:ext uri="{FF2B5EF4-FFF2-40B4-BE49-F238E27FC236}">
                <a16:creationId xmlns:a16="http://schemas.microsoft.com/office/drawing/2014/main" id="{B84C73AF-390F-770C-CE5B-5193037C14B1}"/>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35" name="Text Placeholder 9">
            <a:extLst>
              <a:ext uri="{FF2B5EF4-FFF2-40B4-BE49-F238E27FC236}">
                <a16:creationId xmlns:a16="http://schemas.microsoft.com/office/drawing/2014/main" id="{0C635698-D554-679D-6A5E-E4E69ABF662E}"/>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accent2"/>
                </a:solidFill>
                <a:latin typeface="Arial" panose="020B0604020202020204" pitchFamily="34" charset="0"/>
                <a:ea typeface="+mn-ea"/>
                <a:cs typeface="Arial" panose="020B0604020202020204" pitchFamily="34" charset="0"/>
              </a:defRPr>
            </a:lvl1pPr>
          </a:lstStyle>
          <a:p>
            <a:pPr lvl="0"/>
            <a:r>
              <a:rPr lang="en-AR"/>
              <a:t>##</a:t>
            </a:r>
          </a:p>
        </p:txBody>
      </p:sp>
      <p:sp>
        <p:nvSpPr>
          <p:cNvPr id="34" name="Text Placeholder 4">
            <a:extLst>
              <a:ext uri="{FF2B5EF4-FFF2-40B4-BE49-F238E27FC236}">
                <a16:creationId xmlns:a16="http://schemas.microsoft.com/office/drawing/2014/main" id="{F1036F6C-1EB0-4671-DED0-7D383AB6A059}"/>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chemeClr val="tx1"/>
                </a:solidFill>
                <a:latin typeface="Arial" panose="020B0604020202020204" pitchFamily="34" charset="0"/>
                <a:ea typeface="+mn-ea"/>
                <a:cs typeface="+mn-cs"/>
              </a:defRPr>
            </a:lvl1pPr>
          </a:lstStyle>
          <a:p>
            <a:pPr lvl="0"/>
            <a:r>
              <a:rPr lang="en-GB"/>
              <a:t>Insert text here</a:t>
            </a:r>
            <a:endParaRPr lang="en-US"/>
          </a:p>
        </p:txBody>
      </p:sp>
      <p:sp>
        <p:nvSpPr>
          <p:cNvPr id="5" name="GTS_WH">
            <a:extLst>
              <a:ext uri="{FF2B5EF4-FFF2-40B4-BE49-F238E27FC236}">
                <a16:creationId xmlns:a16="http://schemas.microsoft.com/office/drawing/2014/main" id="{5B94EC14-19BD-4059-DC76-FAB415316C6A}"/>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solidFill>
                <a:schemeClr val="accent5"/>
              </a:solidFill>
              <a:latin typeface="Arial" panose="020B0604020202020204" pitchFamily="34" charset="0"/>
            </a:endParaRPr>
          </a:p>
        </p:txBody>
      </p:sp>
    </p:spTree>
    <p:extLst>
      <p:ext uri="{BB962C8B-B14F-4D97-AF65-F5344CB8AC3E}">
        <p14:creationId xmlns:p14="http://schemas.microsoft.com/office/powerpoint/2010/main" val="3548074746"/>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numbered bullets light mode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215616-27C6-76EE-5488-166BFD01211E}"/>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2" name="Text Placeholder 9">
            <a:extLst>
              <a:ext uri="{FF2B5EF4-FFF2-40B4-BE49-F238E27FC236}">
                <a16:creationId xmlns:a16="http://schemas.microsoft.com/office/drawing/2014/main" id="{62419F48-27CD-9483-1EC7-3FB199CA40D7}"/>
              </a:ext>
            </a:extLst>
          </p:cNvPr>
          <p:cNvSpPr>
            <a:spLocks noGrp="1"/>
          </p:cNvSpPr>
          <p:nvPr>
            <p:ph type="body" sz="quarter" idx="32" hasCustomPrompt="1"/>
          </p:nvPr>
        </p:nvSpPr>
        <p:spPr>
          <a:xfrm>
            <a:off x="557213"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1" name="Text Placeholder 4">
            <a:extLst>
              <a:ext uri="{FF2B5EF4-FFF2-40B4-BE49-F238E27FC236}">
                <a16:creationId xmlns:a16="http://schemas.microsoft.com/office/drawing/2014/main" id="{77491F38-EA5D-D7B9-CAB2-157B785C367F}"/>
              </a:ext>
            </a:extLst>
          </p:cNvPr>
          <p:cNvSpPr>
            <a:spLocks noGrp="1"/>
          </p:cNvSpPr>
          <p:nvPr>
            <p:ph type="body" sz="quarter" idx="16" hasCustomPrompt="1"/>
          </p:nvPr>
        </p:nvSpPr>
        <p:spPr>
          <a:xfrm>
            <a:off x="1968842"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8" name="Text Placeholder 9">
            <a:extLst>
              <a:ext uri="{FF2B5EF4-FFF2-40B4-BE49-F238E27FC236}">
                <a16:creationId xmlns:a16="http://schemas.microsoft.com/office/drawing/2014/main" id="{270E8484-BCCD-6724-FC4D-BC84FAAE73CC}"/>
              </a:ext>
            </a:extLst>
          </p:cNvPr>
          <p:cNvSpPr>
            <a:spLocks noGrp="1"/>
          </p:cNvSpPr>
          <p:nvPr>
            <p:ph type="body" sz="quarter" idx="36" hasCustomPrompt="1"/>
          </p:nvPr>
        </p:nvSpPr>
        <p:spPr>
          <a:xfrm>
            <a:off x="557213"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7" name="Text Placeholder 4">
            <a:extLst>
              <a:ext uri="{FF2B5EF4-FFF2-40B4-BE49-F238E27FC236}">
                <a16:creationId xmlns:a16="http://schemas.microsoft.com/office/drawing/2014/main" id="{888AF1FA-5C2F-7A4F-3490-6716382D7C62}"/>
              </a:ext>
            </a:extLst>
          </p:cNvPr>
          <p:cNvSpPr>
            <a:spLocks noGrp="1"/>
          </p:cNvSpPr>
          <p:nvPr>
            <p:ph type="body" sz="quarter" idx="35" hasCustomPrompt="1"/>
          </p:nvPr>
        </p:nvSpPr>
        <p:spPr>
          <a:xfrm>
            <a:off x="1968842"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6" name="Text Placeholder 9">
            <a:extLst>
              <a:ext uri="{FF2B5EF4-FFF2-40B4-BE49-F238E27FC236}">
                <a16:creationId xmlns:a16="http://schemas.microsoft.com/office/drawing/2014/main" id="{40C38646-2C59-7604-F628-AACD4C03C391}"/>
              </a:ext>
            </a:extLst>
          </p:cNvPr>
          <p:cNvSpPr>
            <a:spLocks noGrp="1"/>
          </p:cNvSpPr>
          <p:nvPr>
            <p:ph type="body" sz="quarter" idx="44" hasCustomPrompt="1"/>
          </p:nvPr>
        </p:nvSpPr>
        <p:spPr>
          <a:xfrm>
            <a:off x="557213"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5" name="Text Placeholder 4">
            <a:extLst>
              <a:ext uri="{FF2B5EF4-FFF2-40B4-BE49-F238E27FC236}">
                <a16:creationId xmlns:a16="http://schemas.microsoft.com/office/drawing/2014/main" id="{7AC48787-061F-65B7-CA0E-CA985E032C3F}"/>
              </a:ext>
            </a:extLst>
          </p:cNvPr>
          <p:cNvSpPr>
            <a:spLocks noGrp="1"/>
          </p:cNvSpPr>
          <p:nvPr>
            <p:ph type="body" sz="quarter" idx="43" hasCustomPrompt="1"/>
          </p:nvPr>
        </p:nvSpPr>
        <p:spPr>
          <a:xfrm>
            <a:off x="1968842"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6" name="Text Placeholder 9">
            <a:extLst>
              <a:ext uri="{FF2B5EF4-FFF2-40B4-BE49-F238E27FC236}">
                <a16:creationId xmlns:a16="http://schemas.microsoft.com/office/drawing/2014/main" id="{6C40C10B-9AA5-FB91-4468-195612A4AAB4}"/>
              </a:ext>
            </a:extLst>
          </p:cNvPr>
          <p:cNvSpPr>
            <a:spLocks noGrp="1"/>
          </p:cNvSpPr>
          <p:nvPr>
            <p:ph type="body" sz="quarter" idx="52" hasCustomPrompt="1"/>
          </p:nvPr>
        </p:nvSpPr>
        <p:spPr>
          <a:xfrm>
            <a:off x="557213"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5" name="Text Placeholder 4">
            <a:extLst>
              <a:ext uri="{FF2B5EF4-FFF2-40B4-BE49-F238E27FC236}">
                <a16:creationId xmlns:a16="http://schemas.microsoft.com/office/drawing/2014/main" id="{11860888-916F-055D-8C9B-DC5AE56B0E7C}"/>
              </a:ext>
            </a:extLst>
          </p:cNvPr>
          <p:cNvSpPr>
            <a:spLocks noGrp="1"/>
          </p:cNvSpPr>
          <p:nvPr>
            <p:ph type="body" sz="quarter" idx="51" hasCustomPrompt="1"/>
          </p:nvPr>
        </p:nvSpPr>
        <p:spPr>
          <a:xfrm>
            <a:off x="1968842"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16" name="Text Placeholder 9">
            <a:extLst>
              <a:ext uri="{FF2B5EF4-FFF2-40B4-BE49-F238E27FC236}">
                <a16:creationId xmlns:a16="http://schemas.microsoft.com/office/drawing/2014/main" id="{4AFE20C7-1104-B877-56C6-12779547D579}"/>
              </a:ext>
            </a:extLst>
          </p:cNvPr>
          <p:cNvSpPr>
            <a:spLocks noGrp="1"/>
          </p:cNvSpPr>
          <p:nvPr>
            <p:ph type="body" sz="quarter" idx="34" hasCustomPrompt="1"/>
          </p:nvPr>
        </p:nvSpPr>
        <p:spPr>
          <a:xfrm>
            <a:off x="6353579" y="1866147"/>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5" name="Text Placeholder 4">
            <a:extLst>
              <a:ext uri="{FF2B5EF4-FFF2-40B4-BE49-F238E27FC236}">
                <a16:creationId xmlns:a16="http://schemas.microsoft.com/office/drawing/2014/main" id="{08345CBF-50C2-FB65-17ED-3D6DA4271AC9}"/>
              </a:ext>
            </a:extLst>
          </p:cNvPr>
          <p:cNvSpPr>
            <a:spLocks noGrp="1"/>
          </p:cNvSpPr>
          <p:nvPr>
            <p:ph type="body" sz="quarter" idx="33" hasCustomPrompt="1"/>
          </p:nvPr>
        </p:nvSpPr>
        <p:spPr>
          <a:xfrm>
            <a:off x="7765208" y="1866147"/>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0" name="Text Placeholder 9">
            <a:extLst>
              <a:ext uri="{FF2B5EF4-FFF2-40B4-BE49-F238E27FC236}">
                <a16:creationId xmlns:a16="http://schemas.microsoft.com/office/drawing/2014/main" id="{698D04DC-A35C-18BC-A09D-06ED6125A3FF}"/>
              </a:ext>
            </a:extLst>
          </p:cNvPr>
          <p:cNvSpPr>
            <a:spLocks noGrp="1"/>
          </p:cNvSpPr>
          <p:nvPr>
            <p:ph type="body" sz="quarter" idx="38" hasCustomPrompt="1"/>
          </p:nvPr>
        </p:nvSpPr>
        <p:spPr>
          <a:xfrm>
            <a:off x="6353579" y="2917024"/>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19" name="Text Placeholder 4">
            <a:extLst>
              <a:ext uri="{FF2B5EF4-FFF2-40B4-BE49-F238E27FC236}">
                <a16:creationId xmlns:a16="http://schemas.microsoft.com/office/drawing/2014/main" id="{0F859FF9-60D5-2DBD-4D3D-49BD3A4EC22C}"/>
              </a:ext>
            </a:extLst>
          </p:cNvPr>
          <p:cNvSpPr>
            <a:spLocks noGrp="1"/>
          </p:cNvSpPr>
          <p:nvPr>
            <p:ph type="body" sz="quarter" idx="37" hasCustomPrompt="1"/>
          </p:nvPr>
        </p:nvSpPr>
        <p:spPr>
          <a:xfrm>
            <a:off x="7765208" y="2917024"/>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28" name="Text Placeholder 9">
            <a:extLst>
              <a:ext uri="{FF2B5EF4-FFF2-40B4-BE49-F238E27FC236}">
                <a16:creationId xmlns:a16="http://schemas.microsoft.com/office/drawing/2014/main" id="{9BE62818-1BA0-8973-B3E1-B2AA7A6835E1}"/>
              </a:ext>
            </a:extLst>
          </p:cNvPr>
          <p:cNvSpPr>
            <a:spLocks noGrp="1"/>
          </p:cNvSpPr>
          <p:nvPr>
            <p:ph type="body" sz="quarter" idx="46" hasCustomPrompt="1"/>
          </p:nvPr>
        </p:nvSpPr>
        <p:spPr>
          <a:xfrm>
            <a:off x="6353579" y="3967901"/>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27" name="Text Placeholder 4">
            <a:extLst>
              <a:ext uri="{FF2B5EF4-FFF2-40B4-BE49-F238E27FC236}">
                <a16:creationId xmlns:a16="http://schemas.microsoft.com/office/drawing/2014/main" id="{08AF3CEC-3718-6D4C-CF1D-F7582BAC7136}"/>
              </a:ext>
            </a:extLst>
          </p:cNvPr>
          <p:cNvSpPr>
            <a:spLocks noGrp="1"/>
          </p:cNvSpPr>
          <p:nvPr>
            <p:ph type="body" sz="quarter" idx="45" hasCustomPrompt="1"/>
          </p:nvPr>
        </p:nvSpPr>
        <p:spPr>
          <a:xfrm>
            <a:off x="7765208" y="3967901"/>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
        <p:nvSpPr>
          <p:cNvPr id="38" name="Text Placeholder 9">
            <a:extLst>
              <a:ext uri="{FF2B5EF4-FFF2-40B4-BE49-F238E27FC236}">
                <a16:creationId xmlns:a16="http://schemas.microsoft.com/office/drawing/2014/main" id="{E3CD5EEB-45B3-CF04-96A5-62C5367B83CA}"/>
              </a:ext>
            </a:extLst>
          </p:cNvPr>
          <p:cNvSpPr>
            <a:spLocks noGrp="1"/>
          </p:cNvSpPr>
          <p:nvPr>
            <p:ph type="body" sz="quarter" idx="54" hasCustomPrompt="1"/>
          </p:nvPr>
        </p:nvSpPr>
        <p:spPr>
          <a:xfrm>
            <a:off x="6353579" y="5021786"/>
            <a:ext cx="1163099" cy="393954"/>
          </a:xfrm>
        </p:spPr>
        <p:txBody>
          <a:bodyPr/>
          <a:lstStyle>
            <a:lvl1pPr>
              <a:defRPr lang="en-AR" sz="1600" b="1" i="0" kern="1200" dirty="0">
                <a:solidFill>
                  <a:schemeClr val="bg2"/>
                </a:solidFill>
                <a:latin typeface="+mj-lt"/>
                <a:ea typeface="+mn-ea"/>
                <a:cs typeface="Arial" panose="020B0604020202020204" pitchFamily="34" charset="0"/>
              </a:defRPr>
            </a:lvl1pPr>
          </a:lstStyle>
          <a:p>
            <a:pPr lvl="0"/>
            <a:r>
              <a:rPr lang="en-AR"/>
              <a:t>##</a:t>
            </a:r>
          </a:p>
        </p:txBody>
      </p:sp>
      <p:sp>
        <p:nvSpPr>
          <p:cNvPr id="37" name="Text Placeholder 4">
            <a:extLst>
              <a:ext uri="{FF2B5EF4-FFF2-40B4-BE49-F238E27FC236}">
                <a16:creationId xmlns:a16="http://schemas.microsoft.com/office/drawing/2014/main" id="{E87FBBF5-4C4B-2BA9-7671-182C65D1DBA6}"/>
              </a:ext>
            </a:extLst>
          </p:cNvPr>
          <p:cNvSpPr>
            <a:spLocks noGrp="1"/>
          </p:cNvSpPr>
          <p:nvPr>
            <p:ph type="body" sz="quarter" idx="53" hasCustomPrompt="1"/>
          </p:nvPr>
        </p:nvSpPr>
        <p:spPr>
          <a:xfrm>
            <a:off x="7765208" y="5021786"/>
            <a:ext cx="3226642" cy="485340"/>
          </a:xfrm>
          <a:prstGeom prst="rect">
            <a:avLst/>
          </a:prstGeom>
        </p:spPr>
        <p:txBody>
          <a:bodyPr anchor="t"/>
          <a:lstStyle>
            <a:lvl1pPr>
              <a:spcAft>
                <a:spcPts val="0"/>
              </a:spcAft>
              <a:buNone/>
              <a:defRPr lang="en-US" sz="1200" b="0" i="0" kern="1200" dirty="0">
                <a:solidFill>
                  <a:srgbClr val="000000"/>
                </a:solidFill>
                <a:latin typeface="Arial" panose="020B0604020202020204" pitchFamily="34" charset="0"/>
                <a:ea typeface="+mn-ea"/>
                <a:cs typeface="+mn-cs"/>
              </a:defRPr>
            </a:lvl1pPr>
          </a:lstStyle>
          <a:p>
            <a:pPr lvl="0"/>
            <a:r>
              <a:rPr lang="en-GB"/>
              <a:t>Insert text here</a:t>
            </a:r>
            <a:endParaRPr lang="en-US"/>
          </a:p>
        </p:txBody>
      </p:sp>
    </p:spTree>
    <p:extLst>
      <p:ext uri="{BB962C8B-B14F-4D97-AF65-F5344CB8AC3E}">
        <p14:creationId xmlns:p14="http://schemas.microsoft.com/office/powerpoint/2010/main" val="1453176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 light mod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E6475EA-05F8-881F-8077-6C5A702451D9}"/>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2" y="1371601"/>
            <a:ext cx="11077726" cy="4757738"/>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2378140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1: purple">
    <p:bg>
      <p:bgPr>
        <a:solidFill>
          <a:srgbClr val="450073"/>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C11A26-2DA7-C2CB-5CA4-C2226E694332}"/>
              </a:ext>
            </a:extLst>
          </p:cNvPr>
          <p:cNvSpPr>
            <a:spLocks noGrp="1"/>
          </p:cNvSpPr>
          <p:nvPr>
            <p:ph type="title"/>
          </p:nvPr>
        </p:nvSpPr>
        <p:spPr>
          <a:xfrm>
            <a:off x="556467" y="572600"/>
            <a:ext cx="11077728" cy="393954"/>
          </a:xfrm>
        </p:spPr>
        <p:txBody>
          <a:bodyPr/>
          <a:lstStyle/>
          <a:p>
            <a:r>
              <a:rPr lang="en-US"/>
              <a:t>Click to edit Master title style</a:t>
            </a:r>
          </a:p>
        </p:txBody>
      </p:sp>
      <p:sp>
        <p:nvSpPr>
          <p:cNvPr id="6" name="Text Placeholder 2">
            <a:extLst>
              <a:ext uri="{FF2B5EF4-FFF2-40B4-BE49-F238E27FC236}">
                <a16:creationId xmlns:a16="http://schemas.microsoft.com/office/drawing/2014/main" id="{72BD5E18-7BA8-5728-2FF2-876642FDAD1A}"/>
              </a:ext>
            </a:extLst>
          </p:cNvPr>
          <p:cNvSpPr>
            <a:spLocks noGrp="1"/>
          </p:cNvSpPr>
          <p:nvPr>
            <p:ph idx="1" hasCustomPrompt="1"/>
          </p:nvPr>
        </p:nvSpPr>
        <p:spPr>
          <a:xfrm>
            <a:off x="563411" y="1371601"/>
            <a:ext cx="11077727" cy="4757738"/>
          </a:xfrm>
          <a:prstGeom prst="rect">
            <a:avLst/>
          </a:prstGeom>
        </p:spPr>
        <p:txBody>
          <a:bodyPr vert="horz" lIns="0" tIns="0" rIns="0" bIns="0" rtlCol="0">
            <a:noAutofit/>
          </a:bodyPr>
          <a:lstStyle>
            <a:lvl1pPr>
              <a:defRPr sz="1400" b="0" i="0">
                <a:solidFill>
                  <a:schemeClr val="tx1"/>
                </a:solidFill>
                <a:latin typeface="Arial" panose="020B0604020202020204" pitchFamily="34" charset="0"/>
              </a:defRPr>
            </a:lvl1pPr>
            <a:lvl2pPr>
              <a:defRPr sz="1400" b="0" i="0">
                <a:solidFill>
                  <a:schemeClr val="tx1"/>
                </a:solidFill>
                <a:latin typeface="Arial" panose="020B0604020202020204" pitchFamily="34" charset="0"/>
              </a:defRPr>
            </a:lvl2pPr>
            <a:lvl3pPr>
              <a:defRPr sz="1400" b="0" i="0">
                <a:solidFill>
                  <a:schemeClr val="tx1"/>
                </a:solidFill>
                <a:latin typeface="Arial" panose="020B0604020202020204" pitchFamily="34" charset="0"/>
              </a:defRPr>
            </a:lvl3pPr>
            <a:lvl4pPr>
              <a:defRPr sz="1050" b="0" i="0">
                <a:solidFill>
                  <a:schemeClr val="tx1"/>
                </a:solidFill>
                <a:latin typeface="Arial" panose="020B0604020202020204" pitchFamily="34" charset="0"/>
              </a:defRPr>
            </a:lvl4pPr>
            <a:lvl5pPr>
              <a:defRPr sz="1050" b="0" i="0">
                <a:solidFill>
                  <a:schemeClr val="tx1"/>
                </a:solidFill>
                <a:latin typeface="Arial" panose="020B0604020202020204" pitchFamily="34" charset="0"/>
              </a:defRPr>
            </a:lvl5pPr>
            <a:lvl6pPr>
              <a:defRPr sz="1400" b="0" i="0">
                <a:solidFill>
                  <a:schemeClr val="tx1"/>
                </a:solidFill>
                <a:latin typeface="Arial" panose="020B0604020202020204" pitchFamily="34" charset="0"/>
              </a:defRPr>
            </a:lvl6pPr>
            <a:lvl7pPr>
              <a:defRPr sz="1100" b="0" i="0">
                <a:solidFill>
                  <a:schemeClr val="tx1"/>
                </a:solidFill>
                <a:latin typeface="Arial" panose="020B0604020202020204" pitchFamily="34" charset="0"/>
              </a:defRPr>
            </a:lvl7pPr>
            <a:lvl9pPr>
              <a:defRPr sz="1100" b="0" i="0">
                <a:solidFill>
                  <a:schemeClr val="tx1"/>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11" name="GTS_WH">
            <a:extLst>
              <a:ext uri="{FF2B5EF4-FFF2-40B4-BE49-F238E27FC236}">
                <a16:creationId xmlns:a16="http://schemas.microsoft.com/office/drawing/2014/main" id="{5EFDEB3F-4743-43EA-A121-ED3CB6054C7F}"/>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8327334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1: dark mode">
    <p:bg>
      <p:bgPr>
        <a:solidFill>
          <a:srgbClr val="000000"/>
        </a:solidFill>
        <a:effectLst/>
      </p:bgPr>
    </p:bg>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198A5B9C-C3DA-AD99-4E28-C97B8A81C3CC}"/>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7" name="Text Placeholder 2">
            <a:extLst>
              <a:ext uri="{FF2B5EF4-FFF2-40B4-BE49-F238E27FC236}">
                <a16:creationId xmlns:a16="http://schemas.microsoft.com/office/drawing/2014/main" id="{23D344E3-E54F-25F8-2F2F-980511EB6BDF}"/>
              </a:ext>
            </a:extLst>
          </p:cNvPr>
          <p:cNvSpPr>
            <a:spLocks noGrp="1"/>
          </p:cNvSpPr>
          <p:nvPr>
            <p:ph idx="1" hasCustomPrompt="1"/>
          </p:nvPr>
        </p:nvSpPr>
        <p:spPr>
          <a:xfrm>
            <a:off x="563411" y="1371601"/>
            <a:ext cx="11084673" cy="4757738"/>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7F75177E-60CD-488F-76CA-383DF4BA8EAB}"/>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9512508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light mo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9C6DC0A-3CA3-F5A5-5E70-94036764CF8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6" name="Text Placeholder 3">
            <a:extLst>
              <a:ext uri="{FF2B5EF4-FFF2-40B4-BE49-F238E27FC236}">
                <a16:creationId xmlns:a16="http://schemas.microsoft.com/office/drawing/2014/main" id="{0EC44ACB-E461-9710-1A88-433105BDF5D8}"/>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latin typeface="Arial" panose="020B0604020202020204" pitchFamily="34" charset="0"/>
              </a:defRPr>
            </a:lvl1pPr>
            <a:lvl2pPr>
              <a:defRPr sz="1400" b="0" i="0">
                <a:latin typeface="Arial" panose="020B0604020202020204" pitchFamily="34" charset="0"/>
              </a:defRPr>
            </a:lvl2pPr>
            <a:lvl3pPr>
              <a:defRPr sz="1400" b="0" i="0">
                <a:latin typeface="Arial" panose="020B0604020202020204" pitchFamily="34" charset="0"/>
              </a:defRPr>
            </a:lvl3pPr>
            <a:lvl4pPr>
              <a:defRPr sz="1050" b="0" i="0">
                <a:latin typeface="Arial" panose="020B0604020202020204" pitchFamily="34" charset="0"/>
              </a:defRPr>
            </a:lvl4pPr>
            <a:lvl5pPr>
              <a:defRPr sz="1050" b="0" i="0">
                <a:latin typeface="Arial" panose="020B0604020202020204" pitchFamily="34" charset="0"/>
              </a:defRPr>
            </a:lvl5pPr>
            <a:lvl6pPr>
              <a:defRPr sz="1400" b="0" i="0">
                <a:latin typeface="Arial" panose="020B0604020202020204" pitchFamily="34" charset="0"/>
              </a:defRPr>
            </a:lvl6pPr>
            <a:lvl7pPr>
              <a:defRPr sz="1100" b="0" i="0">
                <a:latin typeface="Arial" panose="020B0604020202020204" pitchFamily="34" charset="0"/>
              </a:defRPr>
            </a:lvl7pPr>
            <a:lvl9pPr>
              <a:defRPr sz="1100" b="0" i="0">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Tree>
    <p:extLst>
      <p:ext uri="{BB962C8B-B14F-4D97-AF65-F5344CB8AC3E}">
        <p14:creationId xmlns:p14="http://schemas.microsoft.com/office/powerpoint/2010/main" val="3327608351"/>
      </p:ext>
    </p:extLst>
  </p:cSld>
  <p:clrMapOvr>
    <a:masterClrMapping/>
  </p:clrMapOvr>
  <p:extLst>
    <p:ext uri="{DCECCB84-F9BA-43D5-87BE-67443E8EF086}">
      <p15:sldGuideLst xmlns:p15="http://schemas.microsoft.com/office/powerpoint/2012/main">
        <p15:guide id="1" orient="horz" pos="699" userDrawn="1">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2: dark mode">
    <p:bg>
      <p:bgPr>
        <a:solidFill>
          <a:srgbClr val="000000"/>
        </a:solidFill>
        <a:effectLst/>
      </p:bgPr>
    </p:bg>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DB73B016-14F1-76F3-AF33-93292F228360}"/>
              </a:ext>
            </a:extLst>
          </p:cNvPr>
          <p:cNvSpPr>
            <a:spLocks noGrp="1"/>
          </p:cNvSpPr>
          <p:nvPr>
            <p:ph type="title"/>
          </p:nvPr>
        </p:nvSpPr>
        <p:spPr>
          <a:xfrm>
            <a:off x="556467" y="572600"/>
            <a:ext cx="11084672" cy="393954"/>
          </a:xfrm>
        </p:spPr>
        <p:txBody>
          <a:bodyPr/>
          <a:lstStyle>
            <a:lvl1pPr>
              <a:defRPr>
                <a:solidFill>
                  <a:schemeClr val="bg1"/>
                </a:solidFill>
              </a:defRPr>
            </a:lvl1pPr>
          </a:lstStyle>
          <a:p>
            <a:r>
              <a:rPr lang="en-US"/>
              <a:t>Click to edit Master title style</a:t>
            </a:r>
          </a:p>
        </p:txBody>
      </p:sp>
      <p:sp>
        <p:nvSpPr>
          <p:cNvPr id="11" name="Text Placeholder 3">
            <a:extLst>
              <a:ext uri="{FF2B5EF4-FFF2-40B4-BE49-F238E27FC236}">
                <a16:creationId xmlns:a16="http://schemas.microsoft.com/office/drawing/2014/main" id="{0C3F8CBC-7C73-A273-514B-A95005E2DFE9}"/>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bg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 name="Text Placeholder 2">
            <a:extLst>
              <a:ext uri="{FF2B5EF4-FFF2-40B4-BE49-F238E27FC236}">
                <a16:creationId xmlns:a16="http://schemas.microsoft.com/office/drawing/2014/main" id="{E013B68F-B365-32C6-C8B6-66516407E205}"/>
              </a:ext>
            </a:extLst>
          </p:cNvPr>
          <p:cNvSpPr>
            <a:spLocks noGrp="1"/>
          </p:cNvSpPr>
          <p:nvPr>
            <p:ph idx="1" hasCustomPrompt="1"/>
          </p:nvPr>
        </p:nvSpPr>
        <p:spPr>
          <a:xfrm>
            <a:off x="563411" y="1684021"/>
            <a:ext cx="11077727" cy="4445317"/>
          </a:xfrm>
          <a:prstGeom prst="rect">
            <a:avLst/>
          </a:prstGeom>
        </p:spPr>
        <p:txBody>
          <a:bodyPr vert="horz" lIns="0" tIns="0" rIns="0" bIns="0" rtlCol="0">
            <a:noAutofit/>
          </a:bodyPr>
          <a:lstStyle>
            <a:lvl1pPr>
              <a:defRPr sz="1400" b="0" i="0">
                <a:solidFill>
                  <a:srgbClr val="FFFFFF"/>
                </a:solidFill>
                <a:latin typeface="Arial" panose="020B0604020202020204" pitchFamily="34" charset="0"/>
              </a:defRPr>
            </a:lvl1pPr>
            <a:lvl2pPr>
              <a:defRPr sz="1400" b="0" i="0">
                <a:solidFill>
                  <a:srgbClr val="FFFFFF"/>
                </a:solidFill>
                <a:latin typeface="Arial" panose="020B0604020202020204" pitchFamily="34" charset="0"/>
              </a:defRPr>
            </a:lvl2pPr>
            <a:lvl3pPr>
              <a:defRPr sz="1400" b="0" i="0">
                <a:solidFill>
                  <a:srgbClr val="FFFFFF"/>
                </a:solidFill>
                <a:latin typeface="Arial" panose="020B0604020202020204" pitchFamily="34" charset="0"/>
              </a:defRPr>
            </a:lvl3pPr>
            <a:lvl4pPr>
              <a:defRPr sz="1050" b="0" i="0">
                <a:solidFill>
                  <a:srgbClr val="FFFFFF"/>
                </a:solidFill>
                <a:latin typeface="Arial" panose="020B0604020202020204" pitchFamily="34" charset="0"/>
              </a:defRPr>
            </a:lvl4pPr>
            <a:lvl5pPr>
              <a:defRPr sz="1050" b="0" i="0">
                <a:solidFill>
                  <a:srgbClr val="FFFFFF"/>
                </a:solidFill>
                <a:latin typeface="Arial" panose="020B0604020202020204" pitchFamily="34" charset="0"/>
              </a:defRPr>
            </a:lvl5pPr>
            <a:lvl6pPr>
              <a:defRPr sz="1400" b="0" i="0">
                <a:solidFill>
                  <a:srgbClr val="FFFFFF"/>
                </a:solidFill>
                <a:latin typeface="Arial" panose="020B0604020202020204" pitchFamily="34" charset="0"/>
              </a:defRPr>
            </a:lvl6pPr>
            <a:lvl7pPr>
              <a:defRPr sz="1100" b="0" i="0">
                <a:solidFill>
                  <a:srgbClr val="FFFFFF"/>
                </a:solidFill>
                <a:latin typeface="Arial" panose="020B0604020202020204" pitchFamily="34" charset="0"/>
              </a:defRPr>
            </a:lvl7pPr>
            <a:lvl9pPr>
              <a:defRPr sz="1100" b="0" i="0">
                <a:solidFill>
                  <a:srgbClr val="FFFFFF"/>
                </a:solidFill>
                <a:latin typeface="Arial" panose="020B0604020202020204" pitchFamily="34" charset="0"/>
              </a:defRPr>
            </a:lvl9pPr>
          </a:lstStyle>
          <a:p>
            <a:pPr lvl="0"/>
            <a:r>
              <a:rPr lang="en-US"/>
              <a:t>First level (bullet)</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8"/>
            <a:r>
              <a:rPr lang="en-US"/>
              <a:t>Ninth level (footnotes and citations)</a:t>
            </a:r>
          </a:p>
        </p:txBody>
      </p:sp>
      <p:sp>
        <p:nvSpPr>
          <p:cNvPr id="4" name="GTS_WH">
            <a:extLst>
              <a:ext uri="{FF2B5EF4-FFF2-40B4-BE49-F238E27FC236}">
                <a16:creationId xmlns:a16="http://schemas.microsoft.com/office/drawing/2014/main" id="{BDF14360-0E2D-7FE6-A174-E8EA0610C689}"/>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402908245"/>
      </p:ext>
    </p:extLst>
  </p:cSld>
  <p:clrMapOvr>
    <a:masterClrMapping/>
  </p:clrMapOvr>
  <p:extLst>
    <p:ext uri="{DCECCB84-F9BA-43D5-87BE-67443E8EF086}">
      <p15:sldGuideLst xmlns:p15="http://schemas.microsoft.com/office/powerpoint/2012/main">
        <p15:guide id="1" orient="horz" pos="699" userDrawn="1">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2 columns ">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8701463-9442-1142-516A-46496479961A}"/>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8" name="Content Placeholder 4">
            <a:extLst>
              <a:ext uri="{FF2B5EF4-FFF2-40B4-BE49-F238E27FC236}">
                <a16:creationId xmlns:a16="http://schemas.microsoft.com/office/drawing/2014/main" id="{6042C45C-90BD-45D8-3274-EC8F9C34884E}"/>
              </a:ext>
            </a:extLst>
          </p:cNvPr>
          <p:cNvSpPr>
            <a:spLocks noGrp="1"/>
          </p:cNvSpPr>
          <p:nvPr>
            <p:ph sz="half" idx="27" hasCustomPrompt="1"/>
          </p:nvPr>
        </p:nvSpPr>
        <p:spPr>
          <a:xfrm>
            <a:off x="6274309" y="1371600"/>
            <a:ext cx="5366829" cy="475773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474107741"/>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2 columns + subtitle">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4ADD1F44-0234-2D57-4413-4FC6C13C952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3" name="Text Placeholder 3">
            <a:extLst>
              <a:ext uri="{FF2B5EF4-FFF2-40B4-BE49-F238E27FC236}">
                <a16:creationId xmlns:a16="http://schemas.microsoft.com/office/drawing/2014/main" id="{A3A63DC6-F1D4-F48E-63CC-C7FB269035DD}"/>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1" name="Content Placeholder 4">
            <a:extLst>
              <a:ext uri="{FF2B5EF4-FFF2-40B4-BE49-F238E27FC236}">
                <a16:creationId xmlns:a16="http://schemas.microsoft.com/office/drawing/2014/main" id="{D1F96AC0-D13D-0E71-5754-A36D3204D2CE}"/>
              </a:ext>
            </a:extLst>
          </p:cNvPr>
          <p:cNvSpPr>
            <a:spLocks noGrp="1"/>
          </p:cNvSpPr>
          <p:nvPr>
            <p:ph sz="half" idx="23" hasCustomPrompt="1"/>
          </p:nvPr>
        </p:nvSpPr>
        <p:spPr>
          <a:xfrm>
            <a:off x="563411"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Content Placeholder 4">
            <a:extLst>
              <a:ext uri="{FF2B5EF4-FFF2-40B4-BE49-F238E27FC236}">
                <a16:creationId xmlns:a16="http://schemas.microsoft.com/office/drawing/2014/main" id="{32746C65-211F-F944-7DC6-636860898795}"/>
              </a:ext>
            </a:extLst>
          </p:cNvPr>
          <p:cNvSpPr>
            <a:spLocks noGrp="1"/>
          </p:cNvSpPr>
          <p:nvPr>
            <p:ph sz="half" idx="27" hasCustomPrompt="1"/>
          </p:nvPr>
        </p:nvSpPr>
        <p:spPr>
          <a:xfrm>
            <a:off x="6274309" y="1844675"/>
            <a:ext cx="5366829" cy="4284663"/>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4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2214261507"/>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1 column + image">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E7AEC39-79BA-E7A3-BBD2-6D1623631EAD}"/>
              </a:ext>
            </a:extLst>
          </p:cNvPr>
          <p:cNvSpPr>
            <a:spLocks noGrp="1"/>
          </p:cNvSpPr>
          <p:nvPr>
            <p:ph type="title"/>
          </p:nvPr>
        </p:nvSpPr>
        <p:spPr>
          <a:xfrm>
            <a:off x="556466" y="572599"/>
            <a:ext cx="4958430" cy="862521"/>
          </a:xfrm>
        </p:spPr>
        <p:txBody>
          <a:bodyPr/>
          <a:lstStyle/>
          <a:p>
            <a:r>
              <a:rPr lang="en-US"/>
              <a:t>Click to edit Master title style</a:t>
            </a:r>
          </a:p>
        </p:txBody>
      </p:sp>
      <p:sp>
        <p:nvSpPr>
          <p:cNvPr id="2" name="Text Placeholder 3">
            <a:extLst>
              <a:ext uri="{FF2B5EF4-FFF2-40B4-BE49-F238E27FC236}">
                <a16:creationId xmlns:a16="http://schemas.microsoft.com/office/drawing/2014/main" id="{76AA3A1C-64F6-5ED3-5870-9290D090DB50}"/>
              </a:ext>
            </a:extLst>
          </p:cNvPr>
          <p:cNvSpPr>
            <a:spLocks noGrp="1"/>
          </p:cNvSpPr>
          <p:nvPr>
            <p:ph type="body" sz="quarter" idx="26" hasCustomPrompt="1"/>
          </p:nvPr>
        </p:nvSpPr>
        <p:spPr>
          <a:xfrm>
            <a:off x="563411" y="1609787"/>
            <a:ext cx="4958430" cy="384048"/>
          </a:xfrm>
          <a:prstGeom prst="rect">
            <a:avLst/>
          </a:prstGeom>
        </p:spPr>
        <p:txBody>
          <a:bodyPr anchor="t"/>
          <a:lstStyle>
            <a:lvl1pPr marL="0" indent="0">
              <a:spcAft>
                <a:spcPts val="0"/>
              </a:spcAft>
              <a:buNone/>
              <a:defRPr sz="1800" b="0" i="0">
                <a:solidFill>
                  <a:schemeClr val="bg2"/>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9" name="Text Placeholder 3a">
            <a:extLst>
              <a:ext uri="{FF2B5EF4-FFF2-40B4-BE49-F238E27FC236}">
                <a16:creationId xmlns:a16="http://schemas.microsoft.com/office/drawing/2014/main" id="{5D9B6009-93F7-0EA3-7688-ED060527BD22}"/>
              </a:ext>
            </a:extLst>
          </p:cNvPr>
          <p:cNvSpPr>
            <a:spLocks noGrp="1"/>
          </p:cNvSpPr>
          <p:nvPr>
            <p:ph type="body" idx="22" hasCustomPrompt="1"/>
          </p:nvPr>
        </p:nvSpPr>
        <p:spPr>
          <a:xfrm>
            <a:off x="563411" y="2168501"/>
            <a:ext cx="4951564" cy="632327"/>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a:t>
            </a:r>
            <a:br>
              <a:rPr lang="en-US"/>
            </a:br>
            <a:r>
              <a:rPr lang="en-US"/>
              <a:t>here</a:t>
            </a:r>
          </a:p>
        </p:txBody>
      </p:sp>
      <p:sp>
        <p:nvSpPr>
          <p:cNvPr id="14" name="Content Placeholder 4">
            <a:extLst>
              <a:ext uri="{FF2B5EF4-FFF2-40B4-BE49-F238E27FC236}">
                <a16:creationId xmlns:a16="http://schemas.microsoft.com/office/drawing/2014/main" id="{DD884840-889C-7E2B-A21E-B460E6632A5E}"/>
              </a:ext>
            </a:extLst>
          </p:cNvPr>
          <p:cNvSpPr>
            <a:spLocks noGrp="1"/>
          </p:cNvSpPr>
          <p:nvPr>
            <p:ph sz="half" idx="23" hasCustomPrompt="1"/>
          </p:nvPr>
        </p:nvSpPr>
        <p:spPr>
          <a:xfrm>
            <a:off x="563411" y="2857534"/>
            <a:ext cx="4951564" cy="3247991"/>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2" name="Picture Placeholder 10">
            <a:extLst>
              <a:ext uri="{FF2B5EF4-FFF2-40B4-BE49-F238E27FC236}">
                <a16:creationId xmlns:a16="http://schemas.microsoft.com/office/drawing/2014/main" id="{B0AA4D52-B7EF-3A7F-8F6B-EE17D2CD81D7}"/>
              </a:ext>
            </a:extLst>
          </p:cNvPr>
          <p:cNvSpPr>
            <a:spLocks noGrp="1" noChangeAspect="1"/>
          </p:cNvSpPr>
          <p:nvPr>
            <p:ph type="pic" sz="quarter" idx="16"/>
          </p:nvPr>
        </p:nvSpPr>
        <p:spPr>
          <a:xfrm>
            <a:off x="6103368" y="549275"/>
            <a:ext cx="6092648" cy="575945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281682914"/>
      </p:ext>
    </p:extLst>
  </p:cSld>
  <p:clrMapOvr>
    <a:masterClrMapping/>
  </p:clrMapOvr>
  <p:extLst>
    <p:ext uri="{DCECCB84-F9BA-43D5-87BE-67443E8EF086}">
      <p15:sldGuideLst xmlns:p15="http://schemas.microsoft.com/office/powerpoint/2012/main">
        <p15:guide id="1" orient="horz" pos="2781" userDrawn="1">
          <p15:clr>
            <a:srgbClr val="C35EA4"/>
          </p15:clr>
        </p15:guide>
        <p15:guide id="2" orient="horz" pos="699" userDrawn="1">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BE54C0EC-61DC-B59E-7818-7970359D572F}"/>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829CD64B-978B-B166-4177-22D54438A49F}"/>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4"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3a">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4"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4" name="Content Placeholder 4">
            <a:extLst>
              <a:ext uri="{FF2B5EF4-FFF2-40B4-BE49-F238E27FC236}">
                <a16:creationId xmlns:a16="http://schemas.microsoft.com/office/drawing/2014/main" id="{02BA4C27-1C65-4465-A8B1-ACE92701B4D0}"/>
              </a:ext>
            </a:extLst>
          </p:cNvPr>
          <p:cNvSpPr>
            <a:spLocks noGrp="1"/>
          </p:cNvSpPr>
          <p:nvPr>
            <p:ph sz="half" idx="2" hasCustomPrompt="1"/>
          </p:nvPr>
        </p:nvSpPr>
        <p:spPr>
          <a:xfrm>
            <a:off x="561424"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4" name="Text Placeholder 5">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408212"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2" name="Text Placeholder 6">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408212"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3" name="Content Placeholder 7">
            <a:extLst>
              <a:ext uri="{FF2B5EF4-FFF2-40B4-BE49-F238E27FC236}">
                <a16:creationId xmlns:a16="http://schemas.microsoft.com/office/drawing/2014/main" id="{DB26F5FE-8482-4C00-99C1-3FC3BEEE82C8}"/>
              </a:ext>
            </a:extLst>
          </p:cNvPr>
          <p:cNvSpPr>
            <a:spLocks noGrp="1"/>
          </p:cNvSpPr>
          <p:nvPr>
            <p:ph sz="half" idx="20" hasCustomPrompt="1"/>
          </p:nvPr>
        </p:nvSpPr>
        <p:spPr>
          <a:xfrm>
            <a:off x="4408212"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8">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44675"/>
            <a:ext cx="3393084"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5" name="Text Placeholder 9">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301875"/>
            <a:ext cx="3393084" cy="822960"/>
          </a:xfrm>
          <a:prstGeom prst="rect">
            <a:avLst/>
          </a:prstGeom>
        </p:spPr>
        <p:txBody>
          <a:bodyPr anchor="t"/>
          <a:lstStyle>
            <a:lvl1pPr marL="0" indent="0">
              <a:lnSpc>
                <a:spcPct val="90000"/>
              </a:lnSpc>
              <a:spcAft>
                <a:spcPts val="0"/>
              </a:spcAft>
              <a:buNone/>
              <a:defRPr sz="18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10">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24835"/>
            <a:ext cx="3393084" cy="2761488"/>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lang="en-US" sz="1100" b="0" i="0" kern="1200" dirty="0">
                <a:solidFill>
                  <a:schemeClr val="tx1"/>
                </a:solidFill>
                <a:latin typeface="Arial" panose="020B0604020202020204" pitchFamily="34" charset="0"/>
                <a:ea typeface="+mn-ea"/>
                <a:cs typeface="+mn-cs"/>
              </a:defRPr>
            </a:lvl6pPr>
          </a:lstStyle>
          <a:p>
            <a:pPr lvl="0"/>
            <a:r>
              <a:rPr lang="en-US"/>
              <a:t>Place text here</a:t>
            </a:r>
          </a:p>
          <a:p>
            <a:pPr lvl="1"/>
            <a:r>
              <a:rPr lang="en-US"/>
              <a:t>Second level</a:t>
            </a:r>
          </a:p>
          <a:p>
            <a:pPr lvl="2"/>
            <a:r>
              <a:rPr lang="en-US"/>
              <a:t>Third leve</a:t>
            </a:r>
          </a:p>
          <a:p>
            <a:pPr lvl="3"/>
            <a:r>
              <a:rPr lang="en-US"/>
              <a:t>Fourth level</a:t>
            </a:r>
          </a:p>
          <a:p>
            <a:pPr lvl="4"/>
            <a:r>
              <a:rPr lang="en-US"/>
              <a:t>Fifth level</a:t>
            </a:r>
          </a:p>
          <a:p>
            <a:pPr marL="11113" lvl="5" indent="0" algn="l" defTabSz="228594"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Tree>
    <p:extLst>
      <p:ext uri="{BB962C8B-B14F-4D97-AF65-F5344CB8AC3E}">
        <p14:creationId xmlns:p14="http://schemas.microsoft.com/office/powerpoint/2010/main" val="1646546609"/>
      </p:ext>
    </p:extLst>
  </p:cSld>
  <p:clrMapOvr>
    <a:masterClrMapping/>
  </p:clrMapOvr>
  <p:extLst>
    <p:ext uri="{DCECCB84-F9BA-43D5-87BE-67443E8EF086}">
      <p15:sldGuideLst xmlns:p15="http://schemas.microsoft.com/office/powerpoint/2012/main">
        <p15:guide id="1" orient="horz" pos="2777" userDrawn="1">
          <p15:clr>
            <a:srgbClr val="C35EA4"/>
          </p15:clr>
        </p15:guide>
        <p15:guide id="2" orient="horz" pos="699" userDrawn="1">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4 columns">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ADE0ACE9-87AB-DC33-60CB-7857735C0CCC}"/>
              </a:ext>
            </a:extLst>
          </p:cNvPr>
          <p:cNvSpPr>
            <a:spLocks noGrp="1"/>
          </p:cNvSpPr>
          <p:nvPr>
            <p:ph type="title"/>
          </p:nvPr>
        </p:nvSpPr>
        <p:spPr>
          <a:xfrm>
            <a:off x="556467" y="572600"/>
            <a:ext cx="11109212"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96979C23-8BE9-7323-535F-C9F3337F59ED}"/>
              </a:ext>
            </a:extLst>
          </p:cNvPr>
          <p:cNvSpPr>
            <a:spLocks noGrp="1"/>
          </p:cNvSpPr>
          <p:nvPr>
            <p:ph type="body" sz="quarter" idx="26" hasCustomPrompt="1"/>
          </p:nvPr>
        </p:nvSpPr>
        <p:spPr>
          <a:xfrm>
            <a:off x="563411" y="1109663"/>
            <a:ext cx="11077727"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1844800"/>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2302000"/>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6" name="Content Placeholder 5">
            <a:extLst>
              <a:ext uri="{FF2B5EF4-FFF2-40B4-BE49-F238E27FC236}">
                <a16:creationId xmlns:a16="http://schemas.microsoft.com/office/drawing/2014/main" id="{3BDC2B1A-D3A0-C04B-AEDB-0389C637EF1A}"/>
              </a:ext>
            </a:extLst>
          </p:cNvPr>
          <p:cNvSpPr>
            <a:spLocks noGrp="1"/>
          </p:cNvSpPr>
          <p:nvPr>
            <p:ph sz="half" idx="28" hasCustomPrompt="1"/>
          </p:nvPr>
        </p:nvSpPr>
        <p:spPr>
          <a:xfrm>
            <a:off x="561427" y="3124961"/>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a:t>
            </a:r>
          </a:p>
          <a:p>
            <a:pPr lvl="5"/>
            <a:r>
              <a:rPr lang="en-US"/>
              <a:t>Sixth level</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3403235"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3403235"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2" name="Content Placeholder 5">
            <a:extLst>
              <a:ext uri="{FF2B5EF4-FFF2-40B4-BE49-F238E27FC236}">
                <a16:creationId xmlns:a16="http://schemas.microsoft.com/office/drawing/2014/main" id="{E79F7D08-14C4-9387-451B-BF223111972A}"/>
              </a:ext>
            </a:extLst>
          </p:cNvPr>
          <p:cNvSpPr>
            <a:spLocks noGrp="1"/>
          </p:cNvSpPr>
          <p:nvPr>
            <p:ph sz="half" idx="36" hasCustomPrompt="1"/>
          </p:nvPr>
        </p:nvSpPr>
        <p:spPr>
          <a:xfrm>
            <a:off x="3403235"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 </a:t>
            </a:r>
          </a:p>
          <a:p>
            <a:pPr lvl="2"/>
            <a:r>
              <a:rPr lang="en-US"/>
              <a:t>Third level</a:t>
            </a:r>
          </a:p>
          <a:p>
            <a:pPr lvl="3"/>
            <a:r>
              <a:rPr lang="en-US"/>
              <a:t>Fourth level</a:t>
            </a:r>
          </a:p>
          <a:p>
            <a:pPr lvl="4"/>
            <a:r>
              <a:rPr lang="en-US"/>
              <a:t>Fifth level</a:t>
            </a:r>
          </a:p>
          <a:p>
            <a:pPr lvl="5"/>
            <a:r>
              <a:rPr lang="en-US"/>
              <a:t>Sixth leve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6245043"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6245043"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6" name="Content Placeholder 5">
            <a:extLst>
              <a:ext uri="{FF2B5EF4-FFF2-40B4-BE49-F238E27FC236}">
                <a16:creationId xmlns:a16="http://schemas.microsoft.com/office/drawing/2014/main" id="{AD7E4C39-2249-402B-D65E-2FB4E6A324A7}"/>
              </a:ext>
            </a:extLst>
          </p:cNvPr>
          <p:cNvSpPr>
            <a:spLocks noGrp="1"/>
          </p:cNvSpPr>
          <p:nvPr>
            <p:ph sz="half" idx="39" hasCustomPrompt="1"/>
          </p:nvPr>
        </p:nvSpPr>
        <p:spPr>
          <a:xfrm>
            <a:off x="6245043"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9086850" y="1844675"/>
            <a:ext cx="2578828" cy="457200"/>
          </a:xfrm>
          <a:prstGeom prst="rect">
            <a:avLst/>
          </a:prstGeom>
        </p:spPr>
        <p:txBody>
          <a:bodyPr anchor="t"/>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9086850" y="2301875"/>
            <a:ext cx="2578828"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6" name="Content Placeholder 5">
            <a:extLst>
              <a:ext uri="{FF2B5EF4-FFF2-40B4-BE49-F238E27FC236}">
                <a16:creationId xmlns:a16="http://schemas.microsoft.com/office/drawing/2014/main" id="{D4259B04-F910-6FD9-9F42-BCED33ECAEA9}"/>
              </a:ext>
            </a:extLst>
          </p:cNvPr>
          <p:cNvSpPr>
            <a:spLocks noGrp="1"/>
          </p:cNvSpPr>
          <p:nvPr>
            <p:ph sz="half" idx="42" hasCustomPrompt="1"/>
          </p:nvPr>
        </p:nvSpPr>
        <p:spPr>
          <a:xfrm>
            <a:off x="9086850" y="3124834"/>
            <a:ext cx="2578828" cy="2761615"/>
          </a:xfrm>
          <a:prstGeom prst="rect">
            <a:avLst/>
          </a:prstGeom>
        </p:spPr>
        <p:txBody>
          <a:bodyPr/>
          <a:lstStyle>
            <a:lvl1pPr>
              <a:spcAft>
                <a:spcPts val="600"/>
              </a:spcAft>
              <a:defRPr sz="1200" b="0" i="0">
                <a:latin typeface="Arial" panose="020B0604020202020204" pitchFamily="34" charset="0"/>
              </a:defRPr>
            </a:lvl1pPr>
            <a:lvl2pPr>
              <a:spcAft>
                <a:spcPts val="600"/>
              </a:spcAft>
              <a:defRPr sz="1200" b="0" i="0">
                <a:latin typeface="Arial" panose="020B0604020202020204" pitchFamily="34" charset="0"/>
              </a:defRPr>
            </a:lvl2pPr>
            <a:lvl3pPr>
              <a:spcAft>
                <a:spcPts val="600"/>
              </a:spcAft>
              <a:defRPr sz="1200" b="0" i="0">
                <a:latin typeface="Arial" panose="020B0604020202020204" pitchFamily="34" charset="0"/>
              </a:defRPr>
            </a:lvl3pPr>
            <a:lvl4pPr>
              <a:spcAft>
                <a:spcPts val="600"/>
              </a:spcAft>
              <a:defRPr sz="1100" b="0" i="0">
                <a:latin typeface="Arial" panose="020B0604020202020204" pitchFamily="34" charset="0"/>
              </a:defRPr>
            </a:lvl4pPr>
            <a:lvl5pPr>
              <a:spcAft>
                <a:spcPts val="600"/>
              </a:spcAft>
              <a:defRPr sz="1100" b="0" i="0">
                <a:latin typeface="Arial" panose="020B0604020202020204" pitchFamily="34" charset="0"/>
              </a:defRPr>
            </a:lvl5pPr>
            <a:lvl6pPr>
              <a:defRPr sz="9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a:t>
            </a:r>
          </a:p>
          <a:p>
            <a:pPr lvl="4"/>
            <a:r>
              <a:rPr lang="en-US"/>
              <a:t>Fifth level</a:t>
            </a:r>
          </a:p>
          <a:p>
            <a:pPr lvl="5"/>
            <a:r>
              <a:rPr lang="en-US"/>
              <a:t>Sixth level </a:t>
            </a:r>
          </a:p>
        </p:txBody>
      </p:sp>
    </p:spTree>
    <p:extLst>
      <p:ext uri="{BB962C8B-B14F-4D97-AF65-F5344CB8AC3E}">
        <p14:creationId xmlns:p14="http://schemas.microsoft.com/office/powerpoint/2010/main" val="179670474"/>
      </p:ext>
    </p:extLst>
  </p:cSld>
  <p:clrMapOvr>
    <a:masterClrMapping/>
  </p:clrMapOvr>
  <p:extLst>
    <p:ext uri="{DCECCB84-F9BA-43D5-87BE-67443E8EF086}">
      <p15:sldGuideLst xmlns:p15="http://schemas.microsoft.com/office/powerpoint/2012/main">
        <p15:guide id="1" orient="horz" pos="2775" userDrawn="1">
          <p15:clr>
            <a:srgbClr val="C35EA4"/>
          </p15:clr>
        </p15:guide>
        <p15:guide id="2" orient="horz" pos="699" userDrawn="1">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0743A-ADC6-831B-B51D-02359B5DA97F}"/>
              </a:ext>
            </a:extLst>
          </p:cNvPr>
          <p:cNvSpPr>
            <a:spLocks noGrp="1"/>
          </p:cNvSpPr>
          <p:nvPr>
            <p:ph type="title"/>
          </p:nvPr>
        </p:nvSpPr>
        <p:spPr/>
        <p:txBody>
          <a:bodyPr/>
          <a:lstStyle/>
          <a:p>
            <a:r>
              <a:rPr lang="en-US"/>
              <a:t>Click to edit Master title style</a:t>
            </a:r>
            <a:endParaRPr lang="en-AR"/>
          </a:p>
        </p:txBody>
      </p:sp>
      <p:cxnSp>
        <p:nvCxnSpPr>
          <p:cNvPr id="6" name="Straight Connector 5">
            <a:extLst>
              <a:ext uri="{FF2B5EF4-FFF2-40B4-BE49-F238E27FC236}">
                <a16:creationId xmlns:a16="http://schemas.microsoft.com/office/drawing/2014/main" id="{EE89688D-4CDD-6E55-2855-3448FFAECBE1}"/>
              </a:ext>
            </a:extLst>
          </p:cNvPr>
          <p:cNvCxnSpPr>
            <a:cxnSpLocks/>
          </p:cNvCxnSpPr>
          <p:nvPr userDrawn="1"/>
        </p:nvCxnSpPr>
        <p:spPr>
          <a:xfrm>
            <a:off x="550863" y="2386126"/>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3AD4217-E551-509C-58B9-B95944CCB63E}"/>
              </a:ext>
            </a:extLst>
          </p:cNvPr>
          <p:cNvCxnSpPr>
            <a:cxnSpLocks/>
          </p:cNvCxnSpPr>
          <p:nvPr userDrawn="1"/>
        </p:nvCxnSpPr>
        <p:spPr>
          <a:xfrm>
            <a:off x="550863" y="3393857"/>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Text Placeholder 3">
            <a:extLst>
              <a:ext uri="{FF2B5EF4-FFF2-40B4-BE49-F238E27FC236}">
                <a16:creationId xmlns:a16="http://schemas.microsoft.com/office/drawing/2014/main" id="{13E1FBEF-5FF1-E9BB-F6B9-7326BB5CB80A}"/>
              </a:ext>
            </a:extLst>
          </p:cNvPr>
          <p:cNvSpPr>
            <a:spLocks noGrp="1"/>
          </p:cNvSpPr>
          <p:nvPr>
            <p:ph type="body" sz="quarter" idx="26" hasCustomPrompt="1"/>
          </p:nvPr>
        </p:nvSpPr>
        <p:spPr>
          <a:xfrm>
            <a:off x="563411" y="1609787"/>
            <a:ext cx="6150898"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8" name="Text Placeholder 3a">
            <a:extLst>
              <a:ext uri="{FF2B5EF4-FFF2-40B4-BE49-F238E27FC236}">
                <a16:creationId xmlns:a16="http://schemas.microsoft.com/office/drawing/2014/main" id="{B9824907-86E3-1531-50ED-112E1C8CF38B}"/>
              </a:ext>
            </a:extLst>
          </p:cNvPr>
          <p:cNvSpPr>
            <a:spLocks noGrp="1"/>
          </p:cNvSpPr>
          <p:nvPr>
            <p:ph type="body" idx="22" hasCustomPrompt="1"/>
          </p:nvPr>
        </p:nvSpPr>
        <p:spPr>
          <a:xfrm>
            <a:off x="563411" y="252785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48" name="Text Placeholder 47">
            <a:extLst>
              <a:ext uri="{FF2B5EF4-FFF2-40B4-BE49-F238E27FC236}">
                <a16:creationId xmlns:a16="http://schemas.microsoft.com/office/drawing/2014/main" id="{F08F731E-CEF1-4878-3FD0-FAD6C27FD39A}"/>
              </a:ext>
            </a:extLst>
          </p:cNvPr>
          <p:cNvSpPr>
            <a:spLocks noGrp="1"/>
          </p:cNvSpPr>
          <p:nvPr>
            <p:ph type="body" sz="quarter" idx="28" hasCustomPrompt="1"/>
          </p:nvPr>
        </p:nvSpPr>
        <p:spPr>
          <a:xfrm>
            <a:off x="4743153" y="252528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0" name="Text Placeholder 3a">
            <a:extLst>
              <a:ext uri="{FF2B5EF4-FFF2-40B4-BE49-F238E27FC236}">
                <a16:creationId xmlns:a16="http://schemas.microsoft.com/office/drawing/2014/main" id="{26505188-6359-30FA-BD41-1EE3AE7460F8}"/>
              </a:ext>
            </a:extLst>
          </p:cNvPr>
          <p:cNvSpPr>
            <a:spLocks noGrp="1"/>
          </p:cNvSpPr>
          <p:nvPr>
            <p:ph type="body" idx="29" hasCustomPrompt="1"/>
          </p:nvPr>
        </p:nvSpPr>
        <p:spPr>
          <a:xfrm>
            <a:off x="9948122" y="252785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52" name="Text Placeholder 3a">
            <a:extLst>
              <a:ext uri="{FF2B5EF4-FFF2-40B4-BE49-F238E27FC236}">
                <a16:creationId xmlns:a16="http://schemas.microsoft.com/office/drawing/2014/main" id="{2F8B0EA0-CACA-263A-C93F-CBC13D1410B5}"/>
              </a:ext>
            </a:extLst>
          </p:cNvPr>
          <p:cNvSpPr>
            <a:spLocks noGrp="1"/>
          </p:cNvSpPr>
          <p:nvPr>
            <p:ph type="body" idx="30" hasCustomPrompt="1"/>
          </p:nvPr>
        </p:nvSpPr>
        <p:spPr>
          <a:xfrm>
            <a:off x="575960" y="3541109"/>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3" name="Straight Connector 52">
            <a:extLst>
              <a:ext uri="{FF2B5EF4-FFF2-40B4-BE49-F238E27FC236}">
                <a16:creationId xmlns:a16="http://schemas.microsoft.com/office/drawing/2014/main" id="{6C42FCDB-4459-39E5-63C4-5DCECB1F820C}"/>
              </a:ext>
            </a:extLst>
          </p:cNvPr>
          <p:cNvCxnSpPr>
            <a:cxnSpLocks/>
          </p:cNvCxnSpPr>
          <p:nvPr userDrawn="1"/>
        </p:nvCxnSpPr>
        <p:spPr>
          <a:xfrm>
            <a:off x="563412" y="4412630"/>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 Placeholder 47">
            <a:extLst>
              <a:ext uri="{FF2B5EF4-FFF2-40B4-BE49-F238E27FC236}">
                <a16:creationId xmlns:a16="http://schemas.microsoft.com/office/drawing/2014/main" id="{D9BC5705-EC9D-D2BB-D13E-6DCF41A2CFBA}"/>
              </a:ext>
            </a:extLst>
          </p:cNvPr>
          <p:cNvSpPr>
            <a:spLocks noGrp="1"/>
          </p:cNvSpPr>
          <p:nvPr>
            <p:ph type="body" sz="quarter" idx="31" hasCustomPrompt="1"/>
          </p:nvPr>
        </p:nvSpPr>
        <p:spPr>
          <a:xfrm>
            <a:off x="4755702" y="3538534"/>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55" name="Text Placeholder 3a">
            <a:extLst>
              <a:ext uri="{FF2B5EF4-FFF2-40B4-BE49-F238E27FC236}">
                <a16:creationId xmlns:a16="http://schemas.microsoft.com/office/drawing/2014/main" id="{63F87C57-352F-9F6B-1FEC-F82F24A89FD5}"/>
              </a:ext>
            </a:extLst>
          </p:cNvPr>
          <p:cNvSpPr>
            <a:spLocks noGrp="1"/>
          </p:cNvSpPr>
          <p:nvPr>
            <p:ph type="body" idx="32" hasCustomPrompt="1"/>
          </p:nvPr>
        </p:nvSpPr>
        <p:spPr>
          <a:xfrm>
            <a:off x="9960671" y="3541109"/>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cxnSp>
        <p:nvCxnSpPr>
          <p:cNvPr id="57" name="Straight Connector 56">
            <a:extLst>
              <a:ext uri="{FF2B5EF4-FFF2-40B4-BE49-F238E27FC236}">
                <a16:creationId xmlns:a16="http://schemas.microsoft.com/office/drawing/2014/main" id="{7691468D-335A-5F09-ECAE-A20FF3432172}"/>
              </a:ext>
            </a:extLst>
          </p:cNvPr>
          <p:cNvCxnSpPr>
            <a:cxnSpLocks/>
          </p:cNvCxnSpPr>
          <p:nvPr userDrawn="1"/>
        </p:nvCxnSpPr>
        <p:spPr>
          <a:xfrm>
            <a:off x="563411" y="5409319"/>
            <a:ext cx="11090275"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Text Placeholder 3a">
            <a:extLst>
              <a:ext uri="{FF2B5EF4-FFF2-40B4-BE49-F238E27FC236}">
                <a16:creationId xmlns:a16="http://schemas.microsoft.com/office/drawing/2014/main" id="{6A205F7E-A1D0-35BC-AC88-4EDB1ABA180C}"/>
              </a:ext>
            </a:extLst>
          </p:cNvPr>
          <p:cNvSpPr>
            <a:spLocks noGrp="1"/>
          </p:cNvSpPr>
          <p:nvPr>
            <p:ph type="body" idx="33" hasCustomPrompt="1"/>
          </p:nvPr>
        </p:nvSpPr>
        <p:spPr>
          <a:xfrm>
            <a:off x="575959" y="454332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0" name="Text Placeholder 47">
            <a:extLst>
              <a:ext uri="{FF2B5EF4-FFF2-40B4-BE49-F238E27FC236}">
                <a16:creationId xmlns:a16="http://schemas.microsoft.com/office/drawing/2014/main" id="{976843C5-C03A-A8D3-E5FA-0F07BFBDD774}"/>
              </a:ext>
            </a:extLst>
          </p:cNvPr>
          <p:cNvSpPr>
            <a:spLocks noGrp="1"/>
          </p:cNvSpPr>
          <p:nvPr>
            <p:ph type="body" sz="quarter" idx="34" hasCustomPrompt="1"/>
          </p:nvPr>
        </p:nvSpPr>
        <p:spPr>
          <a:xfrm>
            <a:off x="4755701" y="454074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1" name="Text Placeholder 3a">
            <a:extLst>
              <a:ext uri="{FF2B5EF4-FFF2-40B4-BE49-F238E27FC236}">
                <a16:creationId xmlns:a16="http://schemas.microsoft.com/office/drawing/2014/main" id="{99F72155-DC8E-FD59-347A-8E42F7539245}"/>
              </a:ext>
            </a:extLst>
          </p:cNvPr>
          <p:cNvSpPr>
            <a:spLocks noGrp="1"/>
          </p:cNvSpPr>
          <p:nvPr>
            <p:ph type="body" idx="35" hasCustomPrompt="1"/>
          </p:nvPr>
        </p:nvSpPr>
        <p:spPr>
          <a:xfrm>
            <a:off x="9960670" y="454332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2" name="Text Placeholder 3a">
            <a:extLst>
              <a:ext uri="{FF2B5EF4-FFF2-40B4-BE49-F238E27FC236}">
                <a16:creationId xmlns:a16="http://schemas.microsoft.com/office/drawing/2014/main" id="{46463B47-CA2F-FBD9-29CC-24F465D0AE42}"/>
              </a:ext>
            </a:extLst>
          </p:cNvPr>
          <p:cNvSpPr>
            <a:spLocks noGrp="1"/>
          </p:cNvSpPr>
          <p:nvPr>
            <p:ph type="body" idx="36" hasCustomPrompt="1"/>
          </p:nvPr>
        </p:nvSpPr>
        <p:spPr>
          <a:xfrm>
            <a:off x="588508" y="5556571"/>
            <a:ext cx="2510646" cy="732360"/>
          </a:xfrm>
          <a:prstGeom prst="rect">
            <a:avLst/>
          </a:prstGeom>
        </p:spPr>
        <p:txBody>
          <a:bodyPr anchor="t"/>
          <a:lstStyle>
            <a:lvl1pPr marL="0" indent="0">
              <a:lnSpc>
                <a:spcPct val="90000"/>
              </a:lnSpc>
              <a:spcAft>
                <a:spcPts val="0"/>
              </a:spcAft>
              <a:buNone/>
              <a:defRPr sz="1600" b="0" i="0">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64" name="Text Placeholder 47">
            <a:extLst>
              <a:ext uri="{FF2B5EF4-FFF2-40B4-BE49-F238E27FC236}">
                <a16:creationId xmlns:a16="http://schemas.microsoft.com/office/drawing/2014/main" id="{AE0584A6-3ABE-9106-5EC5-8BBE05F01F0E}"/>
              </a:ext>
            </a:extLst>
          </p:cNvPr>
          <p:cNvSpPr>
            <a:spLocks noGrp="1"/>
          </p:cNvSpPr>
          <p:nvPr>
            <p:ph type="body" sz="quarter" idx="37" hasCustomPrompt="1"/>
          </p:nvPr>
        </p:nvSpPr>
        <p:spPr>
          <a:xfrm>
            <a:off x="4768250" y="5553996"/>
            <a:ext cx="3535873"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65" name="Text Placeholder 3a">
            <a:extLst>
              <a:ext uri="{FF2B5EF4-FFF2-40B4-BE49-F238E27FC236}">
                <a16:creationId xmlns:a16="http://schemas.microsoft.com/office/drawing/2014/main" id="{670F6FAD-5A3C-11EB-6E81-8B16B52F81EF}"/>
              </a:ext>
            </a:extLst>
          </p:cNvPr>
          <p:cNvSpPr>
            <a:spLocks noGrp="1"/>
          </p:cNvSpPr>
          <p:nvPr>
            <p:ph type="body" idx="38" hasCustomPrompt="1"/>
          </p:nvPr>
        </p:nvSpPr>
        <p:spPr>
          <a:xfrm>
            <a:off x="9973219" y="5556571"/>
            <a:ext cx="1680467" cy="732360"/>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Tree>
    <p:extLst>
      <p:ext uri="{BB962C8B-B14F-4D97-AF65-F5344CB8AC3E}">
        <p14:creationId xmlns:p14="http://schemas.microsoft.com/office/powerpoint/2010/main" val="22860541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plit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CADDCEF-8841-4D73-EAEB-25E159BD364A}"/>
              </a:ext>
            </a:extLst>
          </p:cNvPr>
          <p:cNvSpPr/>
          <p:nvPr userDrawn="1"/>
        </p:nvSpPr>
        <p:spPr>
          <a:xfrm>
            <a:off x="0" y="0"/>
            <a:ext cx="4876801"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8" y="572600"/>
            <a:ext cx="3984536" cy="787908"/>
          </a:xfrm>
        </p:spPr>
        <p:txBody>
          <a:bodyPr/>
          <a:lstStyle>
            <a:lvl1pPr>
              <a:defRPr>
                <a:solidFill>
                  <a:schemeClr val="bg1"/>
                </a:solidFill>
              </a:defRPr>
            </a:lvl1p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550488"/>
          </a:xfrm>
          <a:prstGeom prst="rect">
            <a:avLst/>
          </a:prstGeom>
        </p:spPr>
        <p:txBody>
          <a:bodyPr anchor="t"/>
          <a:lstStyle>
            <a:lvl1pPr marL="0" indent="0">
              <a:lnSpc>
                <a:spcPct val="90000"/>
              </a:lnSpc>
              <a:spcAft>
                <a:spcPts val="0"/>
              </a:spcAft>
              <a:buNone/>
              <a:defRPr sz="1600" b="0" i="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598336"/>
            <a:ext cx="3148429" cy="3512832"/>
          </a:xfrm>
        </p:spPr>
        <p:txBody>
          <a:bodyPr/>
          <a:lstStyle>
            <a:lvl1pPr>
              <a:defRPr lang="en-US" sz="12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3" name="GTS_WH">
            <a:extLst>
              <a:ext uri="{FF2B5EF4-FFF2-40B4-BE49-F238E27FC236}">
                <a16:creationId xmlns:a16="http://schemas.microsoft.com/office/drawing/2014/main" id="{CE15062E-1BE5-ECEF-BF47-4CDD412B3BA7}"/>
              </a:ext>
              <a:ext uri="{C183D7F6-B498-43B3-948B-1728B52AA6E4}">
                <adec:decorative xmlns:adec="http://schemas.microsoft.com/office/drawing/2017/decorative" val="1"/>
              </a:ext>
            </a:extLst>
          </p:cNvPr>
          <p:cNvSpPr>
            <a:spLocks noChangeAspect="1"/>
          </p:cNvSpPr>
          <p:nvPr userDrawn="1"/>
        </p:nvSpPr>
        <p:spPr bwMode="black">
          <a:xfrm>
            <a:off x="56341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1892477570"/>
      </p:ext>
    </p:extLst>
  </p:cSld>
  <p:clrMapOvr>
    <a:masterClrMapping/>
  </p:clrMapOvr>
  <p:extLst>
    <p:ext uri="{DCECCB84-F9BA-43D5-87BE-67443E8EF086}">
      <p15:sldGuideLst xmlns:p15="http://schemas.microsoft.com/office/powerpoint/2012/main">
        <p15:guide id="1" orient="horz" pos="324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list +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00A6-6DCD-FF31-392B-5CD7870A0353}"/>
              </a:ext>
            </a:extLst>
          </p:cNvPr>
          <p:cNvSpPr>
            <a:spLocks noGrp="1"/>
          </p:cNvSpPr>
          <p:nvPr>
            <p:ph type="title"/>
          </p:nvPr>
        </p:nvSpPr>
        <p:spPr>
          <a:xfrm>
            <a:off x="554568" y="1515429"/>
            <a:ext cx="5175672" cy="886396"/>
          </a:xfrm>
        </p:spPr>
        <p:txBody>
          <a:bodyPr anchor="b"/>
          <a:lstStyle/>
          <a:p>
            <a:r>
              <a:rPr lang="en-US"/>
              <a:t>Click to edit Master title style</a:t>
            </a:r>
          </a:p>
        </p:txBody>
      </p:sp>
      <p:sp>
        <p:nvSpPr>
          <p:cNvPr id="4" name="Text Placeholder 3">
            <a:extLst>
              <a:ext uri="{FF2B5EF4-FFF2-40B4-BE49-F238E27FC236}">
                <a16:creationId xmlns:a16="http://schemas.microsoft.com/office/drawing/2014/main" id="{B85B306C-DA4C-EE64-1727-749659F0A793}"/>
              </a:ext>
            </a:extLst>
          </p:cNvPr>
          <p:cNvSpPr>
            <a:spLocks noGrp="1"/>
          </p:cNvSpPr>
          <p:nvPr>
            <p:ph type="body" sz="quarter" idx="11" hasCustomPrompt="1"/>
          </p:nvPr>
        </p:nvSpPr>
        <p:spPr>
          <a:xfrm>
            <a:off x="563411" y="2472896"/>
            <a:ext cx="5171607" cy="384048"/>
          </a:xfrm>
          <a:prstGeom prst="rect">
            <a:avLst/>
          </a:prstGeom>
        </p:spPr>
        <p:txBody>
          <a:bodyPr anchor="t"/>
          <a:lstStyle>
            <a:lvl1pPr marL="0" indent="0">
              <a:spcAft>
                <a:spcPts val="0"/>
              </a:spcAft>
              <a:buNone/>
              <a:defRPr lang="en-US" sz="1800" b="0" i="0" kern="1200">
                <a:solidFill>
                  <a:schemeClr val="tx1"/>
                </a:solidFill>
                <a:latin typeface="Arial" panose="020B0604020202020204" pitchFamily="34" charset="0"/>
                <a:ea typeface="+mn-ea"/>
                <a:cs typeface="+mn-cs"/>
              </a:defRPr>
            </a:lvl1pPr>
          </a:lstStyle>
          <a:p>
            <a:pPr marL="0" lvl="0" indent="0" algn="l" defTabSz="228594" rtl="0" eaLnBrk="1" latinLnBrk="0" hangingPunct="1">
              <a:lnSpc>
                <a:spcPct val="100000"/>
              </a:lnSpc>
              <a:spcBef>
                <a:spcPts val="0"/>
              </a:spcBef>
              <a:spcAft>
                <a:spcPts val="0"/>
              </a:spcAft>
              <a:buFont typeface="Arial" panose="020B0604020202020204" pitchFamily="34" charset="0"/>
              <a:buNone/>
            </a:pPr>
            <a:r>
              <a:rPr lang="en-GB"/>
              <a:t>Place subtitle here in </a:t>
            </a:r>
            <a:r>
              <a:rPr lang="en-GB" err="1"/>
              <a:t>Arial</a:t>
            </a:r>
            <a:endParaRPr lang="en-US"/>
          </a:p>
        </p:txBody>
      </p:sp>
      <p:sp>
        <p:nvSpPr>
          <p:cNvPr id="19" name="Text Placeholder 3">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561427" y="3998977"/>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 name="Text Placeholder 4">
            <a:extLst>
              <a:ext uri="{FF2B5EF4-FFF2-40B4-BE49-F238E27FC236}">
                <a16:creationId xmlns:a16="http://schemas.microsoft.com/office/drawing/2014/main" id="{4C9BBD74-54FD-481F-B3FD-0CE5318F281F}"/>
              </a:ext>
            </a:extLst>
          </p:cNvPr>
          <p:cNvSpPr>
            <a:spLocks noGrp="1"/>
          </p:cNvSpPr>
          <p:nvPr>
            <p:ph type="body" idx="1" hasCustomPrompt="1"/>
          </p:nvPr>
        </p:nvSpPr>
        <p:spPr>
          <a:xfrm>
            <a:off x="561427" y="4456176"/>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10" name="Text Placeholder 3">
            <a:extLst>
              <a:ext uri="{FF2B5EF4-FFF2-40B4-BE49-F238E27FC236}">
                <a16:creationId xmlns:a16="http://schemas.microsoft.com/office/drawing/2014/main" id="{7B5BFA1F-5247-B9BC-754B-6AAF3E525A0B}"/>
              </a:ext>
            </a:extLst>
          </p:cNvPr>
          <p:cNvSpPr>
            <a:spLocks noGrp="1"/>
          </p:cNvSpPr>
          <p:nvPr>
            <p:ph type="body" idx="34" hasCustomPrompt="1"/>
          </p:nvPr>
        </p:nvSpPr>
        <p:spPr>
          <a:xfrm>
            <a:off x="2843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11" name="Text Placeholder 4">
            <a:extLst>
              <a:ext uri="{FF2B5EF4-FFF2-40B4-BE49-F238E27FC236}">
                <a16:creationId xmlns:a16="http://schemas.microsoft.com/office/drawing/2014/main" id="{097F6A55-E927-3DDC-C6BC-9E4F7D33849E}"/>
              </a:ext>
            </a:extLst>
          </p:cNvPr>
          <p:cNvSpPr>
            <a:spLocks noGrp="1"/>
          </p:cNvSpPr>
          <p:nvPr>
            <p:ph type="body" idx="35" hasCustomPrompt="1"/>
          </p:nvPr>
        </p:nvSpPr>
        <p:spPr>
          <a:xfrm>
            <a:off x="2843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20" name="Text Placeholder 3">
            <a:extLst>
              <a:ext uri="{FF2B5EF4-FFF2-40B4-BE49-F238E27FC236}">
                <a16:creationId xmlns:a16="http://schemas.microsoft.com/office/drawing/2014/main" id="{96A48BF3-8AA9-50DC-49B0-265A2B870BDA}"/>
              </a:ext>
            </a:extLst>
          </p:cNvPr>
          <p:cNvSpPr>
            <a:spLocks noGrp="1"/>
          </p:cNvSpPr>
          <p:nvPr>
            <p:ph type="body" idx="37" hasCustomPrompt="1"/>
          </p:nvPr>
        </p:nvSpPr>
        <p:spPr>
          <a:xfrm>
            <a:off x="5118171"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23" name="Text Placeholder 4">
            <a:extLst>
              <a:ext uri="{FF2B5EF4-FFF2-40B4-BE49-F238E27FC236}">
                <a16:creationId xmlns:a16="http://schemas.microsoft.com/office/drawing/2014/main" id="{6CA89A9C-8BF9-8CDF-3629-2C1B8ED659BD}"/>
              </a:ext>
            </a:extLst>
          </p:cNvPr>
          <p:cNvSpPr>
            <a:spLocks noGrp="1"/>
          </p:cNvSpPr>
          <p:nvPr>
            <p:ph type="body" idx="38" hasCustomPrompt="1"/>
          </p:nvPr>
        </p:nvSpPr>
        <p:spPr>
          <a:xfrm>
            <a:off x="5125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34" name="Text Placeholder 3">
            <a:extLst>
              <a:ext uri="{FF2B5EF4-FFF2-40B4-BE49-F238E27FC236}">
                <a16:creationId xmlns:a16="http://schemas.microsoft.com/office/drawing/2014/main" id="{DC7DFE68-FFE1-E798-3629-CF0323B2195E}"/>
              </a:ext>
            </a:extLst>
          </p:cNvPr>
          <p:cNvSpPr>
            <a:spLocks noGrp="1"/>
          </p:cNvSpPr>
          <p:nvPr>
            <p:ph type="body" idx="40" hasCustomPrompt="1"/>
          </p:nvPr>
        </p:nvSpPr>
        <p:spPr>
          <a:xfrm>
            <a:off x="7407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35" name="Text Placeholder 4">
            <a:extLst>
              <a:ext uri="{FF2B5EF4-FFF2-40B4-BE49-F238E27FC236}">
                <a16:creationId xmlns:a16="http://schemas.microsoft.com/office/drawing/2014/main" id="{0A5C4BB7-F326-497E-84F9-02B889C225A4}"/>
              </a:ext>
            </a:extLst>
          </p:cNvPr>
          <p:cNvSpPr>
            <a:spLocks noGrp="1"/>
          </p:cNvSpPr>
          <p:nvPr>
            <p:ph type="body" idx="41" hasCustomPrompt="1"/>
          </p:nvPr>
        </p:nvSpPr>
        <p:spPr>
          <a:xfrm>
            <a:off x="7407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7" name="Text Placeholder 3">
            <a:extLst>
              <a:ext uri="{FF2B5EF4-FFF2-40B4-BE49-F238E27FC236}">
                <a16:creationId xmlns:a16="http://schemas.microsoft.com/office/drawing/2014/main" id="{636E3600-1199-1547-D313-449C38319BD9}"/>
              </a:ext>
            </a:extLst>
          </p:cNvPr>
          <p:cNvSpPr>
            <a:spLocks noGrp="1"/>
          </p:cNvSpPr>
          <p:nvPr>
            <p:ph type="body" idx="43" hasCustomPrompt="1"/>
          </p:nvPr>
        </p:nvSpPr>
        <p:spPr>
          <a:xfrm>
            <a:off x="9689427" y="3998851"/>
            <a:ext cx="173125" cy="369332"/>
          </a:xfrm>
          <a:prstGeom prst="rect">
            <a:avLst/>
          </a:prstGeom>
        </p:spPr>
        <p:txBody>
          <a:bodyPr wrap="none" anchor="t">
            <a:spAutoFit/>
          </a:bodyPr>
          <a:lstStyle>
            <a:lvl1pPr marL="0" indent="0">
              <a:spcAft>
                <a:spcPts val="0"/>
              </a:spcAft>
              <a:buNone/>
              <a:defRPr sz="2400" b="1" i="0">
                <a:solidFill>
                  <a:schemeClr val="bg2"/>
                </a:solidFill>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GB"/>
              <a:t>#</a:t>
            </a:r>
            <a:endParaRPr lang="en-US"/>
          </a:p>
        </p:txBody>
      </p:sp>
      <p:sp>
        <p:nvSpPr>
          <p:cNvPr id="8" name="Text Placeholder 4">
            <a:extLst>
              <a:ext uri="{FF2B5EF4-FFF2-40B4-BE49-F238E27FC236}">
                <a16:creationId xmlns:a16="http://schemas.microsoft.com/office/drawing/2014/main" id="{3D84B231-1D63-35B5-7ECE-7094A7C3BD42}"/>
              </a:ext>
            </a:extLst>
          </p:cNvPr>
          <p:cNvSpPr>
            <a:spLocks noGrp="1"/>
          </p:cNvSpPr>
          <p:nvPr>
            <p:ph type="body" idx="44" hasCustomPrompt="1"/>
          </p:nvPr>
        </p:nvSpPr>
        <p:spPr>
          <a:xfrm>
            <a:off x="9689427" y="4456051"/>
            <a:ext cx="1953007" cy="822960"/>
          </a:xfrm>
          <a:prstGeom prst="rect">
            <a:avLst/>
          </a:prstGeom>
        </p:spPr>
        <p:txBody>
          <a:bodyPr anchor="t"/>
          <a:lstStyle>
            <a:lvl1pPr marL="0" indent="0">
              <a:lnSpc>
                <a:spcPct val="90000"/>
              </a:lnSpc>
              <a:spcAft>
                <a:spcPts val="0"/>
              </a:spcAft>
              <a:buNone/>
              <a:defRPr sz="1600" b="1" i="0">
                <a:latin typeface="Arial" panose="020B0604020202020204" pitchFamily="34" charset="0"/>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Place headline here</a:t>
            </a:r>
          </a:p>
        </p:txBody>
      </p:sp>
      <p:sp>
        <p:nvSpPr>
          <p:cNvPr id="6" name="Picture Placeholder 5">
            <a:extLst>
              <a:ext uri="{FF2B5EF4-FFF2-40B4-BE49-F238E27FC236}">
                <a16:creationId xmlns:a16="http://schemas.microsoft.com/office/drawing/2014/main" id="{5783FD05-DB3B-FD57-46A5-ACA36397CBF3}"/>
              </a:ext>
            </a:extLst>
          </p:cNvPr>
          <p:cNvSpPr>
            <a:spLocks noGrp="1"/>
          </p:cNvSpPr>
          <p:nvPr>
            <p:ph type="pic" sz="quarter" idx="42"/>
          </p:nvPr>
        </p:nvSpPr>
        <p:spPr>
          <a:xfrm>
            <a:off x="6692901" y="0"/>
            <a:ext cx="5499100" cy="3429000"/>
          </a:xfrm>
          <a:solidFill>
            <a:schemeClr val="bg1">
              <a:lumMod val="95000"/>
            </a:schemeClr>
          </a:solidFill>
        </p:spPr>
        <p:txBody>
          <a:bodyPr anchor="ctr"/>
          <a:lstStyle>
            <a:lvl1pPr algn="ctr">
              <a:defRPr/>
            </a:lvl1pPr>
          </a:lstStyle>
          <a:p>
            <a:r>
              <a:rPr lang="en-US"/>
              <a:t>Click icon to add picture</a:t>
            </a:r>
          </a:p>
        </p:txBody>
      </p:sp>
    </p:spTree>
    <p:extLst>
      <p:ext uri="{BB962C8B-B14F-4D97-AF65-F5344CB8AC3E}">
        <p14:creationId xmlns:p14="http://schemas.microsoft.com/office/powerpoint/2010/main" val="687942863"/>
      </p:ext>
    </p:extLst>
  </p:cSld>
  <p:clrMapOvr>
    <a:masterClrMapping/>
  </p:clrMapOvr>
  <p:extLst>
    <p:ext uri="{DCECCB84-F9BA-43D5-87BE-67443E8EF086}">
      <p15:sldGuideLst xmlns:p15="http://schemas.microsoft.com/office/powerpoint/2012/main">
        <p15:guide id="1" orient="horz" pos="2775" userDrawn="1">
          <p15:clr>
            <a:srgbClr val="C35EA4"/>
          </p15:clr>
        </p15:guide>
        <p15:guide id="2" orient="horz" pos="699" userDrawn="1">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text + split">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9596D82E-71B7-FF51-B8E9-B259B21B69EB}"/>
              </a:ext>
            </a:extLst>
          </p:cNvPr>
          <p:cNvSpPr>
            <a:spLocks noGrp="1"/>
          </p:cNvSpPr>
          <p:nvPr>
            <p:ph type="title"/>
          </p:nvPr>
        </p:nvSpPr>
        <p:spPr>
          <a:xfrm>
            <a:off x="556467" y="572600"/>
            <a:ext cx="6757704" cy="393954"/>
          </a:xfrm>
        </p:spPr>
        <p:txBody>
          <a:bodyPr/>
          <a:lstStyle/>
          <a:p>
            <a:r>
              <a:rPr lang="en-US"/>
              <a:t>Click to edit Master title style</a:t>
            </a:r>
          </a:p>
        </p:txBody>
      </p:sp>
      <p:sp>
        <p:nvSpPr>
          <p:cNvPr id="16" name="Text Placeholder 3a">
            <a:extLst>
              <a:ext uri="{FF2B5EF4-FFF2-40B4-BE49-F238E27FC236}">
                <a16:creationId xmlns:a16="http://schemas.microsoft.com/office/drawing/2014/main" id="{FAAE1576-C1B9-0E2B-83B0-F7C54B8589E8}"/>
              </a:ext>
            </a:extLst>
          </p:cNvPr>
          <p:cNvSpPr>
            <a:spLocks noGrp="1"/>
          </p:cNvSpPr>
          <p:nvPr>
            <p:ph type="body" idx="29" hasCustomPrompt="1"/>
          </p:nvPr>
        </p:nvSpPr>
        <p:spPr>
          <a:xfrm>
            <a:off x="556468"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15" name="Text Placeholder 47">
            <a:extLst>
              <a:ext uri="{FF2B5EF4-FFF2-40B4-BE49-F238E27FC236}">
                <a16:creationId xmlns:a16="http://schemas.microsoft.com/office/drawing/2014/main" id="{3269863B-5234-38BF-0D34-E538ACE4EA2B}"/>
              </a:ext>
            </a:extLst>
          </p:cNvPr>
          <p:cNvSpPr>
            <a:spLocks noGrp="1"/>
          </p:cNvSpPr>
          <p:nvPr>
            <p:ph type="body" sz="quarter" idx="28" hasCustomPrompt="1"/>
          </p:nvPr>
        </p:nvSpPr>
        <p:spPr>
          <a:xfrm>
            <a:off x="556468"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7" name="Text Placeholder 47">
            <a:extLst>
              <a:ext uri="{FF2B5EF4-FFF2-40B4-BE49-F238E27FC236}">
                <a16:creationId xmlns:a16="http://schemas.microsoft.com/office/drawing/2014/main" id="{8ED52606-50DB-73E6-95EA-D88B274B22CD}"/>
              </a:ext>
            </a:extLst>
          </p:cNvPr>
          <p:cNvSpPr>
            <a:spLocks noGrp="1"/>
          </p:cNvSpPr>
          <p:nvPr>
            <p:ph type="body" sz="quarter" idx="30" hasCustomPrompt="1"/>
          </p:nvPr>
        </p:nvSpPr>
        <p:spPr>
          <a:xfrm>
            <a:off x="4135240" y="2330533"/>
            <a:ext cx="3148429" cy="734935"/>
          </a:xfrm>
        </p:spPr>
        <p:txBody>
          <a:bodyPr/>
          <a:lstStyle>
            <a:lvl1pPr>
              <a:defRPr lang="en-US" sz="1200" b="0" kern="1200" dirty="0" smtClean="0">
                <a:solidFill>
                  <a:schemeClr val="tx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 Lorem ipsum dolor sit </a:t>
            </a:r>
            <a:r>
              <a:rPr lang="en-US" err="1"/>
              <a:t>amet</a:t>
            </a:r>
            <a:r>
              <a:rPr lang="en-US"/>
              <a:t>, </a:t>
            </a:r>
            <a:r>
              <a:rPr lang="en-US" err="1"/>
              <a:t>consectetur</a:t>
            </a:r>
            <a:r>
              <a:rPr lang="en-US"/>
              <a:t> </a:t>
            </a:r>
            <a:r>
              <a:rPr lang="en-US" err="1"/>
              <a:t>adipiscing</a:t>
            </a:r>
            <a:r>
              <a:rPr lang="en-US"/>
              <a:t> </a:t>
            </a:r>
            <a:r>
              <a:rPr lang="en-US" err="1"/>
              <a:t>elit</a:t>
            </a:r>
            <a:r>
              <a:rPr lang="en-US"/>
              <a:t>.</a:t>
            </a:r>
            <a:endParaRPr lang="en-AR"/>
          </a:p>
        </p:txBody>
      </p:sp>
      <p:sp>
        <p:nvSpPr>
          <p:cNvPr id="18" name="Text Placeholder 3a">
            <a:extLst>
              <a:ext uri="{FF2B5EF4-FFF2-40B4-BE49-F238E27FC236}">
                <a16:creationId xmlns:a16="http://schemas.microsoft.com/office/drawing/2014/main" id="{AA248D68-4226-2C8B-DAF1-EBBE3A60A940}"/>
              </a:ext>
            </a:extLst>
          </p:cNvPr>
          <p:cNvSpPr>
            <a:spLocks noGrp="1"/>
          </p:cNvSpPr>
          <p:nvPr>
            <p:ph type="body" idx="31" hasCustomPrompt="1"/>
          </p:nvPr>
        </p:nvSpPr>
        <p:spPr>
          <a:xfrm>
            <a:off x="4135240" y="1887912"/>
            <a:ext cx="3148429" cy="256198"/>
          </a:xfrm>
          <a:prstGeom prst="rect">
            <a:avLst/>
          </a:prstGeom>
        </p:spPr>
        <p:txBody>
          <a:bodyPr anchor="t"/>
          <a:lstStyle>
            <a:lvl1pPr marL="0" indent="0">
              <a:lnSpc>
                <a:spcPct val="90000"/>
              </a:lnSpc>
              <a:spcAft>
                <a:spcPts val="0"/>
              </a:spcAft>
              <a:buNone/>
              <a:defRPr sz="1600" b="0" i="0">
                <a:solidFill>
                  <a:schemeClr val="bg2"/>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Text here</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copyright">
            <a:extLst>
              <a:ext uri="{FF2B5EF4-FFF2-40B4-BE49-F238E27FC236}">
                <a16:creationId xmlns:a16="http://schemas.microsoft.com/office/drawing/2014/main" id="{1BFF566D-EEFC-0454-54B0-66CBAB8DA700}"/>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B0F19C31-6554-B271-0340-EE09C970123A}"/>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3392396099"/>
      </p:ext>
    </p:extLst>
  </p:cSld>
  <p:clrMapOvr>
    <a:masterClrMapping/>
  </p:clrMapOvr>
  <p:extLst>
    <p:ext uri="{DCECCB84-F9BA-43D5-87BE-67443E8EF086}">
      <p15:sldGuideLst xmlns:p15="http://schemas.microsoft.com/office/powerpoint/2012/main">
        <p15:guide id="1" orient="horz" pos="3249"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1 column + split">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5D3D732C-3732-CD02-EAC3-668BD05D5AF0}"/>
              </a:ext>
            </a:extLst>
          </p:cNvPr>
          <p:cNvSpPr>
            <a:spLocks noGrp="1"/>
          </p:cNvSpPr>
          <p:nvPr>
            <p:ph type="title"/>
          </p:nvPr>
        </p:nvSpPr>
        <p:spPr>
          <a:xfrm>
            <a:off x="556467" y="572600"/>
            <a:ext cx="6898434" cy="393954"/>
          </a:xfrm>
        </p:spPr>
        <p:txBody>
          <a:bodyPr/>
          <a:lstStyle/>
          <a:p>
            <a:r>
              <a:rPr lang="en-US"/>
              <a:t>Click to edit Master title style</a:t>
            </a:r>
          </a:p>
        </p:txBody>
      </p:sp>
      <p:sp>
        <p:nvSpPr>
          <p:cNvPr id="7" name="Content Placeholder 4">
            <a:extLst>
              <a:ext uri="{FF2B5EF4-FFF2-40B4-BE49-F238E27FC236}">
                <a16:creationId xmlns:a16="http://schemas.microsoft.com/office/drawing/2014/main" id="{9917C584-C28F-B584-7B0F-55FA025AE20A}"/>
              </a:ext>
            </a:extLst>
          </p:cNvPr>
          <p:cNvSpPr>
            <a:spLocks noGrp="1"/>
          </p:cNvSpPr>
          <p:nvPr>
            <p:ph sz="half" idx="23" hasCustomPrompt="1"/>
          </p:nvPr>
        </p:nvSpPr>
        <p:spPr>
          <a:xfrm>
            <a:off x="563411" y="1871331"/>
            <a:ext cx="6898434" cy="4258007"/>
          </a:xfrm>
          <a:prstGeom prst="rect">
            <a:avLst/>
          </a:prstGeom>
        </p:spPr>
        <p:txBody>
          <a:bodyPr/>
          <a:lstStyle>
            <a:lvl1pPr>
              <a:spcAft>
                <a:spcPts val="600"/>
              </a:spcAft>
              <a:defRPr sz="1400" b="0" i="0">
                <a:latin typeface="Arial" panose="020B0604020202020204" pitchFamily="34" charset="0"/>
              </a:defRPr>
            </a:lvl1pPr>
            <a:lvl2pPr>
              <a:spcAft>
                <a:spcPts val="600"/>
              </a:spcAft>
              <a:defRPr sz="1400" b="0" i="0">
                <a:latin typeface="Arial" panose="020B0604020202020204" pitchFamily="34" charset="0"/>
              </a:defRPr>
            </a:lvl2pPr>
            <a:lvl3pPr>
              <a:spcAft>
                <a:spcPts val="600"/>
              </a:spcAft>
              <a:defRPr sz="1400" b="0" i="0">
                <a:latin typeface="Arial" panose="020B0604020202020204" pitchFamily="34" charset="0"/>
              </a:defRPr>
            </a:lvl3pPr>
            <a:lvl4pPr>
              <a:spcAft>
                <a:spcPts val="600"/>
              </a:spcAft>
              <a:defRPr sz="1200" b="0" i="0">
                <a:latin typeface="Arial" panose="020B0604020202020204" pitchFamily="34" charset="0"/>
              </a:defRPr>
            </a:lvl4pPr>
            <a:lvl5pPr>
              <a:spcAft>
                <a:spcPts val="600"/>
              </a:spcAft>
              <a:defRPr sz="1200" b="0" i="0">
                <a:latin typeface="Arial" panose="020B0604020202020204" pitchFamily="34" charset="0"/>
              </a:defRPr>
            </a:lvl5pPr>
            <a:lvl6pPr>
              <a:defRPr sz="1100" b="0" i="0">
                <a:latin typeface="Arial" panose="020B0604020202020204" pitchFamily="34" charset="0"/>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 name="Rectangle 1">
            <a:extLst>
              <a:ext uri="{FF2B5EF4-FFF2-40B4-BE49-F238E27FC236}">
                <a16:creationId xmlns:a16="http://schemas.microsoft.com/office/drawing/2014/main" id="{7CADDCEF-8841-4D73-EAEB-25E159BD364A}"/>
              </a:ext>
            </a:extLst>
          </p:cNvPr>
          <p:cNvSpPr/>
          <p:nvPr userDrawn="1"/>
        </p:nvSpPr>
        <p:spPr>
          <a:xfrm>
            <a:off x="7839456" y="0"/>
            <a:ext cx="4352544"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121920" bIns="121920" rtlCol="0" anchor="ctr"/>
          <a:lstStyle/>
          <a:p>
            <a:pPr algn="ctr"/>
            <a:endParaRPr lang="en-US" sz="2400" err="1"/>
          </a:p>
        </p:txBody>
      </p:sp>
      <p:sp>
        <p:nvSpPr>
          <p:cNvPr id="3" name="Text Placeholder 47">
            <a:extLst>
              <a:ext uri="{FF2B5EF4-FFF2-40B4-BE49-F238E27FC236}">
                <a16:creationId xmlns:a16="http://schemas.microsoft.com/office/drawing/2014/main" id="{48660C5F-04AB-D437-8D1D-398DD42B6654}"/>
              </a:ext>
            </a:extLst>
          </p:cNvPr>
          <p:cNvSpPr>
            <a:spLocks noGrp="1"/>
          </p:cNvSpPr>
          <p:nvPr>
            <p:ph type="body" sz="quarter" idx="28" hasCustomPrompt="1"/>
          </p:nvPr>
        </p:nvSpPr>
        <p:spPr>
          <a:xfrm>
            <a:off x="8492709" y="2254789"/>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9" name="Text Placeholder 47">
            <a:extLst>
              <a:ext uri="{FF2B5EF4-FFF2-40B4-BE49-F238E27FC236}">
                <a16:creationId xmlns:a16="http://schemas.microsoft.com/office/drawing/2014/main" id="{87445057-4F7B-3130-60F5-D78783A22201}"/>
              </a:ext>
            </a:extLst>
          </p:cNvPr>
          <p:cNvSpPr>
            <a:spLocks noGrp="1"/>
          </p:cNvSpPr>
          <p:nvPr>
            <p:ph type="body" sz="quarter" idx="29" hasCustomPrompt="1"/>
          </p:nvPr>
        </p:nvSpPr>
        <p:spPr>
          <a:xfrm>
            <a:off x="8492709" y="3223267"/>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10" name="Text Placeholder 47">
            <a:extLst>
              <a:ext uri="{FF2B5EF4-FFF2-40B4-BE49-F238E27FC236}">
                <a16:creationId xmlns:a16="http://schemas.microsoft.com/office/drawing/2014/main" id="{7153D109-A742-E656-63F7-1203E6EBAA15}"/>
              </a:ext>
            </a:extLst>
          </p:cNvPr>
          <p:cNvSpPr>
            <a:spLocks noGrp="1"/>
          </p:cNvSpPr>
          <p:nvPr>
            <p:ph type="body" sz="quarter" idx="30" hasCustomPrompt="1"/>
          </p:nvPr>
        </p:nvSpPr>
        <p:spPr>
          <a:xfrm>
            <a:off x="8492709" y="4191745"/>
            <a:ext cx="3148429" cy="399921"/>
          </a:xfrm>
        </p:spPr>
        <p:txBody>
          <a:bodyPr/>
          <a:lstStyle>
            <a:lvl1pPr>
              <a:defRPr lang="en-US" sz="1600" b="0" kern="1200" dirty="0" smtClean="0">
                <a:solidFill>
                  <a:schemeClr val="bg1"/>
                </a:solidFill>
                <a:latin typeface="+mn-lt"/>
                <a:ea typeface="+mn-ea"/>
                <a:cs typeface="+mn-cs"/>
              </a:defRPr>
            </a:lvl1pPr>
            <a:lvl2pPr>
              <a:defRPr lang="en-US" sz="1400" b="0" kern="1200" dirty="0" smtClean="0">
                <a:solidFill>
                  <a:schemeClr val="tx1"/>
                </a:solidFill>
                <a:latin typeface="+mn-lt"/>
                <a:ea typeface="+mn-ea"/>
                <a:cs typeface="+mn-cs"/>
              </a:defRPr>
            </a:lvl2pPr>
            <a:lvl3pPr>
              <a:defRPr/>
            </a:lvl3pPr>
            <a:lvl4pPr>
              <a:defRPr/>
            </a:lvl4pPr>
            <a:lvl5pPr>
              <a:defRPr/>
            </a:lvl5pPr>
          </a:lstStyle>
          <a:p>
            <a:pPr lvl="0"/>
            <a:r>
              <a:rPr lang="en-US"/>
              <a:t>Click to edit Master text styles.</a:t>
            </a:r>
            <a:endParaRPr lang="en-AR"/>
          </a:p>
        </p:txBody>
      </p:sp>
      <p:sp>
        <p:nvSpPr>
          <p:cNvPr id="6" name="copyright">
            <a:extLst>
              <a:ext uri="{FF2B5EF4-FFF2-40B4-BE49-F238E27FC236}">
                <a16:creationId xmlns:a16="http://schemas.microsoft.com/office/drawing/2014/main" id="{C773503D-16B0-06FF-353B-F4C73BE165A6}"/>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11" name="slide number automatic">
            <a:extLst>
              <a:ext uri="{FF2B5EF4-FFF2-40B4-BE49-F238E27FC236}">
                <a16:creationId xmlns:a16="http://schemas.microsoft.com/office/drawing/2014/main" id="{922D4837-A73E-8289-1E8F-AD0D5C3080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28182495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image + white mod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50722-1BF3-D08F-D5F2-F357EE4FD5A8}"/>
              </a:ext>
            </a:extLst>
          </p:cNvPr>
          <p:cNvSpPr>
            <a:spLocks noGrp="1"/>
          </p:cNvSpPr>
          <p:nvPr>
            <p:ph type="title" hasCustomPrompt="1"/>
          </p:nvPr>
        </p:nvSpPr>
        <p:spPr>
          <a:xfrm>
            <a:off x="1163638" y="1946366"/>
            <a:ext cx="4489017" cy="2572582"/>
          </a:xfrm>
          <a:prstGeom prst="rect">
            <a:avLst/>
          </a:prstGeom>
        </p:spPr>
        <p:txBody>
          <a:bodyPr anchor="ctr"/>
          <a:lstStyle>
            <a:lvl1pPr>
              <a:lnSpc>
                <a:spcPct val="100000"/>
              </a:lnSpc>
              <a:defRPr lang="en-US" sz="3200" b="0" i="0" kern="1200">
                <a:solidFill>
                  <a:schemeClr val="tx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a:solidFill>
            <a:schemeClr val="bg1">
              <a:lumMod val="95000"/>
            </a:schemeClr>
          </a:solidFill>
        </p:spPr>
        <p:txBody>
          <a:bodyPr anchor="ctr"/>
          <a:lstStyle>
            <a:lvl1pPr algn="ctr">
              <a:defRPr>
                <a:solidFill>
                  <a:schemeClr val="tx1"/>
                </a:solidFill>
              </a:defRPr>
            </a:lvl1pPr>
          </a:lstStyle>
          <a:p>
            <a:r>
              <a:rPr lang="en-US"/>
              <a:t>Click icon to add picture</a:t>
            </a:r>
          </a:p>
        </p:txBody>
      </p:sp>
    </p:spTree>
    <p:extLst>
      <p:ext uri="{BB962C8B-B14F-4D97-AF65-F5344CB8AC3E}">
        <p14:creationId xmlns:p14="http://schemas.microsoft.com/office/powerpoint/2010/main" val="292567954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image + dark mode">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BE08F-518C-6621-8CFD-4A6B4150BC57}"/>
              </a:ext>
            </a:extLst>
          </p:cNvPr>
          <p:cNvSpPr>
            <a:spLocks noGrp="1"/>
          </p:cNvSpPr>
          <p:nvPr>
            <p:ph type="title" hasCustomPrompt="1"/>
          </p:nvPr>
        </p:nvSpPr>
        <p:spPr>
          <a:xfrm>
            <a:off x="1163638" y="1750423"/>
            <a:ext cx="4489017" cy="2964468"/>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5" name="Picture Placeholder 10">
            <a:extLst>
              <a:ext uri="{FF2B5EF4-FFF2-40B4-BE49-F238E27FC236}">
                <a16:creationId xmlns:a16="http://schemas.microsoft.com/office/drawing/2014/main" id="{85F087B1-CDA4-427D-C33A-06F752C0B04F}"/>
              </a:ext>
            </a:extLst>
          </p:cNvPr>
          <p:cNvSpPr>
            <a:spLocks noGrp="1" noChangeAspect="1"/>
          </p:cNvSpPr>
          <p:nvPr>
            <p:ph type="pic" sz="quarter" idx="16"/>
          </p:nvPr>
        </p:nvSpPr>
        <p:spPr>
          <a:xfrm>
            <a:off x="6099351" y="549276"/>
            <a:ext cx="6091200"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CDD1F25F-57C8-B39C-4928-D5758551C5BE}"/>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5E3D15D-8C37-9915-8ED3-632625C6F4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66665357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ote: image + gradient">
    <p:spTree>
      <p:nvGrpSpPr>
        <p:cNvPr id="1" name=""/>
        <p:cNvGrpSpPr/>
        <p:nvPr/>
      </p:nvGrpSpPr>
      <p:grpSpPr>
        <a:xfrm>
          <a:off x="0" y="0"/>
          <a:ext cx="0" cy="0"/>
          <a:chOff x="0" y="0"/>
          <a:chExt cx="0" cy="0"/>
        </a:xfrm>
      </p:grpSpPr>
      <p:pic>
        <p:nvPicPr>
          <p:cNvPr id="4" name="Picture 3" descr="A purple and white blurry background&#10;&#10;AI-generated content may be incorrect.">
            <a:extLst>
              <a:ext uri="{FF2B5EF4-FFF2-40B4-BE49-F238E27FC236}">
                <a16:creationId xmlns:a16="http://schemas.microsoft.com/office/drawing/2014/main" id="{A383F73A-0DDB-6544-ADBF-6FC2D5357A9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2" name="Title 1">
            <a:extLst>
              <a:ext uri="{FF2B5EF4-FFF2-40B4-BE49-F238E27FC236}">
                <a16:creationId xmlns:a16="http://schemas.microsoft.com/office/drawing/2014/main" id="{0B7292A3-796A-5092-2636-A42C4142BA0C}"/>
              </a:ext>
            </a:extLst>
          </p:cNvPr>
          <p:cNvSpPr>
            <a:spLocks noGrp="1"/>
          </p:cNvSpPr>
          <p:nvPr>
            <p:ph type="title" hasCustomPrompt="1"/>
          </p:nvPr>
        </p:nvSpPr>
        <p:spPr>
          <a:xfrm>
            <a:off x="1163638" y="1920240"/>
            <a:ext cx="4489017" cy="2624834"/>
          </a:xfrm>
          <a:prstGeom prst="rect">
            <a:avLst/>
          </a:prstGeom>
        </p:spPr>
        <p:txBody>
          <a:bodyPr anchor="ctr"/>
          <a:lstStyle>
            <a:lvl1pPr>
              <a:lnSpc>
                <a:spcPct val="100000"/>
              </a:lnSpc>
              <a:defRPr lang="en-US" sz="3200" b="0" i="0" kern="1200">
                <a:solidFill>
                  <a:schemeClr val="bg1"/>
                </a:solidFill>
                <a:latin typeface="Palatino" pitchFamily="2" charset="77"/>
                <a:ea typeface="+mj-ea"/>
                <a:cs typeface="+mj-cs"/>
              </a:defRPr>
            </a:lvl1pPr>
          </a:lstStyle>
          <a:p>
            <a:pPr marL="0" lvl="0" indent="0" algn="l" defTabSz="914377" rtl="0" eaLnBrk="1" latinLnBrk="0" hangingPunct="1">
              <a:lnSpc>
                <a:spcPct val="80000"/>
              </a:lnSpc>
              <a:spcBef>
                <a:spcPct val="0"/>
              </a:spcBef>
              <a:spcAft>
                <a:spcPts val="0"/>
              </a:spcAft>
              <a:buFont typeface="Arial" panose="020B0604020202020204" pitchFamily="34" charset="0"/>
              <a:buNone/>
            </a:pPr>
            <a:r>
              <a:rPr lang="en-US"/>
              <a:t>Place quote here</a:t>
            </a:r>
          </a:p>
        </p:txBody>
      </p:sp>
      <p:sp>
        <p:nvSpPr>
          <p:cNvPr id="11" name="Picture Placeholder 10">
            <a:extLst>
              <a:ext uri="{FF2B5EF4-FFF2-40B4-BE49-F238E27FC236}">
                <a16:creationId xmlns:a16="http://schemas.microsoft.com/office/drawing/2014/main" id="{C176B75E-8527-3123-1BF5-5C5B849F38C1}"/>
              </a:ext>
            </a:extLst>
          </p:cNvPr>
          <p:cNvSpPr>
            <a:spLocks noGrp="1" noChangeAspect="1"/>
          </p:cNvSpPr>
          <p:nvPr>
            <p:ph type="pic" sz="quarter" idx="16"/>
          </p:nvPr>
        </p:nvSpPr>
        <p:spPr>
          <a:xfrm>
            <a:off x="6103368" y="549275"/>
            <a:ext cx="6092648" cy="5759450"/>
          </a:xfrm>
        </p:spPr>
        <p:txBody>
          <a:bodyPr anchor="ctr"/>
          <a:lstStyle>
            <a:lvl1pPr algn="ctr">
              <a:defRPr/>
            </a:lvl1pPr>
          </a:lstStyle>
          <a:p>
            <a:r>
              <a:rPr lang="en-US"/>
              <a:t>Click icon to add picture</a:t>
            </a:r>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9A332159-0514-2C2D-4B40-662BCE968BE7}"/>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2250694F-F294-16BF-824E-C65B31D7824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15751301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key message + image, light mo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554568" y="1802674"/>
            <a:ext cx="5098087" cy="2859966"/>
          </a:xfrm>
          <a:prstGeom prst="rect">
            <a:avLst/>
          </a:prstGeom>
        </p:spPr>
        <p:txBody>
          <a:bodyPr anchor="ctr"/>
          <a:lstStyle>
            <a:lvl1pPr>
              <a:defRPr sz="3200" b="0" i="0">
                <a:solidFill>
                  <a:schemeClr val="tx1"/>
                </a:solidFill>
                <a:latin typeface="+mn-lt"/>
              </a:defRPr>
            </a:lvl1pPr>
          </a:lstStyle>
          <a:p>
            <a:r>
              <a:rPr lang="en-US"/>
              <a:t>Place quote or key message here</a:t>
            </a:r>
          </a:p>
        </p:txBody>
      </p:sp>
      <p:sp>
        <p:nvSpPr>
          <p:cNvPr id="3" name="Picture Placeholder 18">
            <a:extLst>
              <a:ext uri="{FF2B5EF4-FFF2-40B4-BE49-F238E27FC236}">
                <a16:creationId xmlns:a16="http://schemas.microsoft.com/office/drawing/2014/main" id="{65F763E4-6449-FB61-1EC3-49C208D39CBF}"/>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Tree>
    <p:extLst>
      <p:ext uri="{BB962C8B-B14F-4D97-AF65-F5344CB8AC3E}">
        <p14:creationId xmlns:p14="http://schemas.microsoft.com/office/powerpoint/2010/main" val="7420386"/>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key message + image, gradient">
    <p:spTree>
      <p:nvGrpSpPr>
        <p:cNvPr id="1" name=""/>
        <p:cNvGrpSpPr/>
        <p:nvPr/>
      </p:nvGrpSpPr>
      <p:grpSpPr>
        <a:xfrm>
          <a:off x="0" y="0"/>
          <a:ext cx="0" cy="0"/>
          <a:chOff x="0" y="0"/>
          <a:chExt cx="0" cy="0"/>
        </a:xfrm>
      </p:grpSpPr>
      <p:pic>
        <p:nvPicPr>
          <p:cNvPr id="2" name="Picture 1" descr="A purple and white blurry background&#10;&#10;AI-generated content may be incorrect.">
            <a:extLst>
              <a:ext uri="{FF2B5EF4-FFF2-40B4-BE49-F238E27FC236}">
                <a16:creationId xmlns:a16="http://schemas.microsoft.com/office/drawing/2014/main" id="{9BD1E420-1BB8-094F-77D8-F027430B17F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rot="5400000">
            <a:off x="2665522" y="-2667001"/>
            <a:ext cx="6857998" cy="12192000"/>
          </a:xfrm>
          <a:prstGeom prst="rect">
            <a:avLst/>
          </a:prstGeom>
        </p:spPr>
      </p:pic>
      <p:sp>
        <p:nvSpPr>
          <p:cNvPr id="11" name="Title 1">
            <a:extLst>
              <a:ext uri="{FF2B5EF4-FFF2-40B4-BE49-F238E27FC236}">
                <a16:creationId xmlns:a16="http://schemas.microsoft.com/office/drawing/2014/main" id="{5761EBD1-EAAC-E1FA-6310-1DCDC89C84B6}"/>
              </a:ext>
            </a:extLst>
          </p:cNvPr>
          <p:cNvSpPr>
            <a:spLocks noGrp="1"/>
          </p:cNvSpPr>
          <p:nvPr>
            <p:ph type="title" hasCustomPrompt="1"/>
          </p:nvPr>
        </p:nvSpPr>
        <p:spPr>
          <a:xfrm>
            <a:off x="554568" y="2005263"/>
            <a:ext cx="5098087" cy="2454788"/>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10" name="Picture Placeholder 18">
            <a:extLst>
              <a:ext uri="{FF2B5EF4-FFF2-40B4-BE49-F238E27FC236}">
                <a16:creationId xmlns:a16="http://schemas.microsoft.com/office/drawing/2014/main" id="{9AA3B26C-CA7F-B4DF-EE34-75C3462C65F7}"/>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8D5BD53D-6FAE-CF38-36EC-5B6A69250BA2}"/>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4" name="slide number automatic">
            <a:extLst>
              <a:ext uri="{FF2B5EF4-FFF2-40B4-BE49-F238E27FC236}">
                <a16:creationId xmlns:a16="http://schemas.microsoft.com/office/drawing/2014/main" id="{60F9A526-39EE-8272-4753-D784C27C5191}"/>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02599723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key message + image, dark mode">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39540C7-90CF-ACE6-34AE-174CDEB46195}"/>
              </a:ext>
            </a:extLst>
          </p:cNvPr>
          <p:cNvSpPr>
            <a:spLocks noGrp="1"/>
          </p:cNvSpPr>
          <p:nvPr>
            <p:ph type="title" hasCustomPrompt="1"/>
          </p:nvPr>
        </p:nvSpPr>
        <p:spPr>
          <a:xfrm>
            <a:off x="554568" y="1941095"/>
            <a:ext cx="5098087" cy="2583124"/>
          </a:xfrm>
          <a:prstGeom prst="rect">
            <a:avLst/>
          </a:prstGeom>
        </p:spPr>
        <p:txBody>
          <a:bodyPr anchor="ctr"/>
          <a:lstStyle>
            <a:lvl1pPr>
              <a:defRPr sz="3200" b="0" i="0">
                <a:solidFill>
                  <a:schemeClr val="bg1"/>
                </a:solidFill>
                <a:latin typeface="+mn-lt"/>
              </a:defRPr>
            </a:lvl1pPr>
          </a:lstStyle>
          <a:p>
            <a:r>
              <a:rPr lang="en-US"/>
              <a:t>Place quote or key message here</a:t>
            </a:r>
          </a:p>
        </p:txBody>
      </p:sp>
      <p:sp>
        <p:nvSpPr>
          <p:cNvPr id="5" name="Picture Placeholder 18">
            <a:extLst>
              <a:ext uri="{FF2B5EF4-FFF2-40B4-BE49-F238E27FC236}">
                <a16:creationId xmlns:a16="http://schemas.microsoft.com/office/drawing/2014/main" id="{0E1008B6-7792-F7C1-448D-E26EBA7F66E1}"/>
              </a:ext>
            </a:extLst>
          </p:cNvPr>
          <p:cNvSpPr>
            <a:spLocks noGrp="1"/>
          </p:cNvSpPr>
          <p:nvPr>
            <p:ph type="pic" sz="quarter" idx="13" hasCustomPrompt="1"/>
          </p:nvPr>
        </p:nvSpPr>
        <p:spPr bwMode="gray">
          <a:xfrm>
            <a:off x="6096001" y="561651"/>
            <a:ext cx="6096000" cy="5747074"/>
          </a:xfrm>
          <a:prstGeom prst="rect">
            <a:avLst/>
          </a:prstGeom>
          <a:solidFill>
            <a:schemeClr val="bg1">
              <a:lumMod val="95000"/>
            </a:schemeClr>
          </a:solidFill>
          <a:effectLst/>
        </p:spPr>
        <p:txBody>
          <a:bodyPr tIns="274320" bIns="27432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9" name="GTS_WH">
            <a:extLst>
              <a:ext uri="{FF2B5EF4-FFF2-40B4-BE49-F238E27FC236}">
                <a16:creationId xmlns:a16="http://schemas.microsoft.com/office/drawing/2014/main" id="{8DE35BA1-021B-C8B8-EEDE-464FB3F9F466}"/>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54E44863-5E53-DDCD-5FA5-173816802E74}"/>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8" name="slide number automatic">
            <a:extLst>
              <a:ext uri="{FF2B5EF4-FFF2-40B4-BE49-F238E27FC236}">
                <a16:creationId xmlns:a16="http://schemas.microsoft.com/office/drawing/2014/main" id="{4F03B290-6E83-1A46-D0DD-7EDFE2CF4967}"/>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54738953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Key message: light mo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4A5B-9D05-0703-63C7-382088724F28}"/>
              </a:ext>
            </a:extLst>
          </p:cNvPr>
          <p:cNvSpPr>
            <a:spLocks noGrp="1"/>
          </p:cNvSpPr>
          <p:nvPr>
            <p:ph type="title" hasCustomPrompt="1"/>
          </p:nvPr>
        </p:nvSpPr>
        <p:spPr>
          <a:xfrm>
            <a:off x="1163638" y="2325189"/>
            <a:ext cx="7200000" cy="2207620"/>
          </a:xfrm>
          <a:prstGeom prst="rect">
            <a:avLst/>
          </a:prstGeom>
        </p:spPr>
        <p:txBody>
          <a:bodyPr anchor="ctr"/>
          <a:lstStyle>
            <a:lvl1pPr algn="l" defTabSz="914377" rtl="0" eaLnBrk="1" latinLnBrk="0" hangingPunct="1">
              <a:lnSpc>
                <a:spcPct val="80000"/>
              </a:lnSpc>
              <a:spcBef>
                <a:spcPct val="0"/>
              </a:spcBef>
              <a:buNone/>
              <a:defRPr lang="en-US" sz="4000" b="0" i="0" kern="1200">
                <a:solidFill>
                  <a:srgbClr val="000000"/>
                </a:solidFill>
                <a:latin typeface="Palatino" pitchFamily="2" charset="77"/>
                <a:ea typeface="+mj-ea"/>
                <a:cs typeface="+mj-cs"/>
              </a:defRPr>
            </a:lvl1pPr>
          </a:lstStyle>
          <a:p>
            <a:r>
              <a:rPr lang="en-US"/>
              <a:t>Click to edit key message style</a:t>
            </a:r>
          </a:p>
        </p:txBody>
      </p:sp>
      <p:sp>
        <p:nvSpPr>
          <p:cNvPr id="5" name="Footer Placeholder 3">
            <a:extLst>
              <a:ext uri="{FF2B5EF4-FFF2-40B4-BE49-F238E27FC236}">
                <a16:creationId xmlns:a16="http://schemas.microsoft.com/office/drawing/2014/main" id="{B9538720-5D87-005C-9D54-D7F07F69BE61}"/>
              </a:ext>
            </a:extLst>
          </p:cNvPr>
          <p:cNvSpPr txBox="1">
            <a:spLocks/>
          </p:cNvSpPr>
          <p:nvPr userDrawn="1"/>
        </p:nvSpPr>
        <p:spPr>
          <a:xfrm>
            <a:off x="7315200" y="6384001"/>
            <a:ext cx="41148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594">
              <a:spcAft>
                <a:spcPts val="1200"/>
              </a:spcAft>
              <a:defRPr/>
            </a:pPr>
            <a:r>
              <a:rPr lang="en-US" sz="800" b="0" i="0">
                <a:solidFill>
                  <a:schemeClr val="bg1"/>
                </a:solidFill>
                <a:latin typeface="Arial" panose="020B0604020202020204" pitchFamily="34" charset="0"/>
              </a:rPr>
              <a:t>Copyright © 2025 Accenture. All rights reserved.</a:t>
            </a:r>
          </a:p>
        </p:txBody>
      </p:sp>
      <p:sp>
        <p:nvSpPr>
          <p:cNvPr id="8" name="Slide number automatic">
            <a:extLst>
              <a:ext uri="{FF2B5EF4-FFF2-40B4-BE49-F238E27FC236}">
                <a16:creationId xmlns:a16="http://schemas.microsoft.com/office/drawing/2014/main" id="{4FE121F1-B169-11A8-1F63-C705FECD0AAA}"/>
              </a:ext>
            </a:extLst>
          </p:cNvPr>
          <p:cNvSpPr txBox="1">
            <a:spLocks/>
          </p:cNvSpPr>
          <p:nvPr userDrawn="1"/>
        </p:nvSpPr>
        <p:spPr>
          <a:xfrm>
            <a:off x="11484000" y="6384001"/>
            <a:ext cx="327600" cy="198319"/>
          </a:xfrm>
          <a:prstGeom prst="rect">
            <a:avLst/>
          </a:prstGeom>
          <a:noFill/>
        </p:spPr>
        <p:txBody>
          <a:bodyPr wrap="square" lIns="0" tIns="0" rIns="0" bIns="0" rtlCol="0" anchor="ctr">
            <a:noAutofit/>
          </a:bodyPr>
          <a:lstStyle>
            <a:defPPr>
              <a:defRPr lang="en-US"/>
            </a:defPPr>
            <a:lvl1pPr marL="0" algn="r" defTabSz="914400" rtl="0" eaLnBrk="1" latinLnBrk="0" hangingPunct="1">
              <a:defRPr lang="en-US" sz="800" kern="1200" dirty="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377" rtl="0" eaLnBrk="1" latinLnBrk="0" hangingPunct="1">
              <a:spcAft>
                <a:spcPts val="1200"/>
              </a:spcAft>
              <a:defRPr/>
            </a:pPr>
            <a:fld id="{73F1C454-A9D8-014C-8BFC-BAC2D203B5DF}" type="slidenum">
              <a:rPr lang="en-US" sz="800" b="0" i="0" kern="1200">
                <a:solidFill>
                  <a:schemeClr val="bg1"/>
                </a:solidFill>
                <a:latin typeface="Arial" panose="020B0604020202020204" pitchFamily="34" charset="0"/>
                <a:ea typeface="+mn-ea"/>
                <a:cs typeface="+mn-cs"/>
              </a:rPr>
              <a:pPr marL="0" algn="r" defTabSz="914377" rtl="0" eaLnBrk="1" latinLnBrk="0" hangingPunct="1">
                <a:spcAft>
                  <a:spcPts val="1200"/>
                </a:spcAft>
                <a:defRPr/>
              </a:pPr>
              <a:t>‹#›</a:t>
            </a:fld>
            <a:endParaRPr lang="en-US" sz="800" b="0" i="0" kern="1200">
              <a:solidFill>
                <a:schemeClr val="bg1"/>
              </a:solidFill>
              <a:latin typeface="Arial" panose="020B0604020202020204" pitchFamily="34" charset="0"/>
              <a:ea typeface="+mn-ea"/>
              <a:cs typeface="+mn-cs"/>
            </a:endParaRPr>
          </a:p>
        </p:txBody>
      </p:sp>
    </p:spTree>
    <p:extLst>
      <p:ext uri="{BB962C8B-B14F-4D97-AF65-F5344CB8AC3E}">
        <p14:creationId xmlns:p14="http://schemas.microsoft.com/office/powerpoint/2010/main" val="30065014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guide id="2" pos="2880" userDrawn="1">
          <p15:clr>
            <a:srgbClr val="C35EA4"/>
          </p15:clr>
        </p15:guide>
        <p15:guide id="3" orient="horz" pos="2707" userDrawn="1">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Key message: dark mode">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4E36F867-B36A-BD05-3724-F673E9B7FF67}"/>
              </a:ext>
            </a:extLst>
          </p:cNvPr>
          <p:cNvSpPr>
            <a:spLocks noGrp="1"/>
          </p:cNvSpPr>
          <p:nvPr>
            <p:ph type="title" hasCustomPrompt="1"/>
          </p:nvPr>
        </p:nvSpPr>
        <p:spPr>
          <a:xfrm>
            <a:off x="1163638" y="2312126"/>
            <a:ext cx="7200000" cy="2233746"/>
          </a:xfrm>
          <a:prstGeom prst="rect">
            <a:avLst/>
          </a:prstGeom>
        </p:spPr>
        <p:txBody>
          <a:bodyPr anchor="ctr"/>
          <a:lstStyle>
            <a:lvl1pPr algn="l" defTabSz="914377" rtl="0" eaLnBrk="1" latinLnBrk="0" hangingPunct="1">
              <a:lnSpc>
                <a:spcPct val="80000"/>
              </a:lnSpc>
              <a:spcBef>
                <a:spcPct val="0"/>
              </a:spcBef>
              <a:buNone/>
              <a:defRPr lang="en-US" sz="4000" b="0" i="0" kern="1200">
                <a:solidFill>
                  <a:schemeClr val="tx1"/>
                </a:solidFill>
                <a:latin typeface="Palatino" pitchFamily="2" charset="77"/>
                <a:ea typeface="+mj-ea"/>
                <a:cs typeface="+mj-cs"/>
              </a:defRPr>
            </a:lvl1pPr>
          </a:lstStyle>
          <a:p>
            <a:r>
              <a:rPr lang="en-US"/>
              <a:t>Click to edit key message style</a:t>
            </a:r>
          </a:p>
        </p:txBody>
      </p:sp>
      <p:sp>
        <p:nvSpPr>
          <p:cNvPr id="3" name="copyright">
            <a:extLst>
              <a:ext uri="{FF2B5EF4-FFF2-40B4-BE49-F238E27FC236}">
                <a16:creationId xmlns:a16="http://schemas.microsoft.com/office/drawing/2014/main" id="{EEB57D04-C7D4-5631-C9F1-4248B61F9522}"/>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6D94838E-FC9B-7D11-0B27-05F3B48DF76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2" name="GTS_WH">
            <a:extLst>
              <a:ext uri="{FF2B5EF4-FFF2-40B4-BE49-F238E27FC236}">
                <a16:creationId xmlns:a16="http://schemas.microsoft.com/office/drawing/2014/main" id="{881075DF-C9D3-AF39-7015-D15BA74DC07D}"/>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4612850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team 1">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31352EF7-C8C2-5E64-698B-A2C388CB7F7C}"/>
              </a:ext>
            </a:extLst>
          </p:cNvPr>
          <p:cNvSpPr>
            <a:spLocks noGrp="1"/>
          </p:cNvSpPr>
          <p:nvPr>
            <p:ph type="title"/>
          </p:nvPr>
        </p:nvSpPr>
        <p:spPr>
          <a:xfrm>
            <a:off x="556466" y="572600"/>
            <a:ext cx="11070889" cy="393954"/>
          </a:xfrm>
        </p:spPr>
        <p:txBody>
          <a:bodyPr/>
          <a:lstStyle/>
          <a:p>
            <a:r>
              <a:rPr lang="en-US"/>
              <a:t>Click to edit Master title style</a:t>
            </a:r>
          </a:p>
        </p:txBody>
      </p:sp>
      <p:sp>
        <p:nvSpPr>
          <p:cNvPr id="5" name="Text Placeholder 3">
            <a:extLst>
              <a:ext uri="{FF2B5EF4-FFF2-40B4-BE49-F238E27FC236}">
                <a16:creationId xmlns:a16="http://schemas.microsoft.com/office/drawing/2014/main" id="{61017757-DC7D-283B-40ED-71A3ADDFA6E7}"/>
              </a:ext>
            </a:extLst>
          </p:cNvPr>
          <p:cNvSpPr>
            <a:spLocks noGrp="1"/>
          </p:cNvSpPr>
          <p:nvPr>
            <p:ph type="body" sz="quarter" idx="26" hasCustomPrompt="1"/>
          </p:nvPr>
        </p:nvSpPr>
        <p:spPr>
          <a:xfrm>
            <a:off x="563412" y="1109663"/>
            <a:ext cx="11063944"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21" name="Picture Placeholder 2">
            <a:extLst>
              <a:ext uri="{FF2B5EF4-FFF2-40B4-BE49-F238E27FC236}">
                <a16:creationId xmlns:a16="http://schemas.microsoft.com/office/drawing/2014/main" id="{D57647B7-79D1-0A4B-BE19-EB3D7E56204A}"/>
              </a:ext>
            </a:extLst>
          </p:cNvPr>
          <p:cNvSpPr>
            <a:spLocks noGrp="1" noChangeAspect="1"/>
          </p:cNvSpPr>
          <p:nvPr>
            <p:ph type="pic" sz="quarter" idx="15" hasCustomPrompt="1"/>
          </p:nvPr>
        </p:nvSpPr>
        <p:spPr>
          <a:xfrm>
            <a:off x="564646"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3" name="Text Placeholder 1">
            <a:extLst>
              <a:ext uri="{FF2B5EF4-FFF2-40B4-BE49-F238E27FC236}">
                <a16:creationId xmlns:a16="http://schemas.microsoft.com/office/drawing/2014/main" id="{E190AA3D-F653-7DE3-E814-C735080B2FC6}"/>
              </a:ext>
            </a:extLst>
          </p:cNvPr>
          <p:cNvSpPr>
            <a:spLocks noGrp="1"/>
          </p:cNvSpPr>
          <p:nvPr>
            <p:ph type="body" sz="quarter" idx="19" hasCustomPrompt="1"/>
          </p:nvPr>
        </p:nvSpPr>
        <p:spPr>
          <a:xfrm>
            <a:off x="564645"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6" name="Picture Placeholder 4">
            <a:extLst>
              <a:ext uri="{FF2B5EF4-FFF2-40B4-BE49-F238E27FC236}">
                <a16:creationId xmlns:a16="http://schemas.microsoft.com/office/drawing/2014/main" id="{25DB0B2A-9775-46B0-9A40-F75EBFA4B45C}"/>
              </a:ext>
            </a:extLst>
          </p:cNvPr>
          <p:cNvSpPr>
            <a:spLocks noGrp="1" noChangeAspect="1"/>
          </p:cNvSpPr>
          <p:nvPr>
            <p:ph type="pic" sz="quarter" idx="27" hasCustomPrompt="1"/>
          </p:nvPr>
        </p:nvSpPr>
        <p:spPr>
          <a:xfrm>
            <a:off x="3569554"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4" name="Text Placeholder 2">
            <a:extLst>
              <a:ext uri="{FF2B5EF4-FFF2-40B4-BE49-F238E27FC236}">
                <a16:creationId xmlns:a16="http://schemas.microsoft.com/office/drawing/2014/main" id="{6845C65E-741B-B706-0B82-1C81A0F6B5D9}"/>
              </a:ext>
            </a:extLst>
          </p:cNvPr>
          <p:cNvSpPr>
            <a:spLocks noGrp="1"/>
          </p:cNvSpPr>
          <p:nvPr>
            <p:ph type="body" sz="quarter" idx="31" hasCustomPrompt="1"/>
          </p:nvPr>
        </p:nvSpPr>
        <p:spPr>
          <a:xfrm>
            <a:off x="3569554"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7" name="Picture Placeholder 6">
            <a:extLst>
              <a:ext uri="{FF2B5EF4-FFF2-40B4-BE49-F238E27FC236}">
                <a16:creationId xmlns:a16="http://schemas.microsoft.com/office/drawing/2014/main" id="{F83F6B5F-EAE7-44DA-BD77-6D66865CEB92}"/>
              </a:ext>
            </a:extLst>
          </p:cNvPr>
          <p:cNvSpPr>
            <a:spLocks noGrp="1" noChangeAspect="1"/>
          </p:cNvSpPr>
          <p:nvPr>
            <p:ph type="pic" sz="quarter" idx="28" hasCustomPrompt="1"/>
          </p:nvPr>
        </p:nvSpPr>
        <p:spPr>
          <a:xfrm>
            <a:off x="657446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6" name="Text Placeholder 3">
            <a:extLst>
              <a:ext uri="{FF2B5EF4-FFF2-40B4-BE49-F238E27FC236}">
                <a16:creationId xmlns:a16="http://schemas.microsoft.com/office/drawing/2014/main" id="{820C257B-A255-A185-7414-40904B81A8DC}"/>
              </a:ext>
            </a:extLst>
          </p:cNvPr>
          <p:cNvSpPr>
            <a:spLocks noGrp="1"/>
          </p:cNvSpPr>
          <p:nvPr>
            <p:ph type="body" sz="quarter" idx="32" hasCustomPrompt="1"/>
          </p:nvPr>
        </p:nvSpPr>
        <p:spPr>
          <a:xfrm>
            <a:off x="6574463"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48" name="Picture Placeholder 8">
            <a:extLst>
              <a:ext uri="{FF2B5EF4-FFF2-40B4-BE49-F238E27FC236}">
                <a16:creationId xmlns:a16="http://schemas.microsoft.com/office/drawing/2014/main" id="{AD8EF41C-E978-4139-80A4-73605C41EA35}"/>
              </a:ext>
            </a:extLst>
          </p:cNvPr>
          <p:cNvSpPr>
            <a:spLocks noGrp="1" noChangeAspect="1"/>
          </p:cNvSpPr>
          <p:nvPr>
            <p:ph type="pic" sz="quarter" idx="29" hasCustomPrompt="1"/>
          </p:nvPr>
        </p:nvSpPr>
        <p:spPr>
          <a:xfrm>
            <a:off x="9579372" y="1744663"/>
            <a:ext cx="1180800" cy="1180800"/>
          </a:xfrm>
          <a:prstGeom prst="rect">
            <a:avLst/>
          </a:prstGeom>
          <a:solidFill>
            <a:schemeClr val="bg1">
              <a:lumMod val="95000"/>
            </a:schemeClr>
          </a:solidFill>
          <a:ln>
            <a:noFill/>
          </a:ln>
        </p:spPr>
        <p:txBody>
          <a:bodyPr vert="horz" lIns="91440" tIns="0" rIns="0" bIns="0" rtlCol="0" anchor="ctr">
            <a:noAutofit/>
          </a:bodyPr>
          <a:lstStyle>
            <a:lvl1pPr>
              <a:defRPr lang="en-US" b="0" i="0">
                <a:latin typeface="Arial" panose="020B0604020202020204" pitchFamily="34" charset="0"/>
              </a:defRPr>
            </a:lvl1pPr>
          </a:lstStyle>
          <a:p>
            <a:pPr lvl="0" algn="ctr"/>
            <a:r>
              <a:rPr lang="en-GB"/>
              <a:t>Add profile photo</a:t>
            </a:r>
            <a:endParaRPr lang="en-US"/>
          </a:p>
        </p:txBody>
      </p:sp>
      <p:sp>
        <p:nvSpPr>
          <p:cNvPr id="7" name="Text Placeholder 4">
            <a:extLst>
              <a:ext uri="{FF2B5EF4-FFF2-40B4-BE49-F238E27FC236}">
                <a16:creationId xmlns:a16="http://schemas.microsoft.com/office/drawing/2014/main" id="{46CCAA45-3EAB-F22C-1634-630066DF8C20}"/>
              </a:ext>
            </a:extLst>
          </p:cNvPr>
          <p:cNvSpPr>
            <a:spLocks noGrp="1"/>
          </p:cNvSpPr>
          <p:nvPr>
            <p:ph type="body" sz="quarter" idx="33" hasCustomPrompt="1"/>
          </p:nvPr>
        </p:nvSpPr>
        <p:spPr>
          <a:xfrm>
            <a:off x="9579371" y="3331287"/>
            <a:ext cx="2047984" cy="2397859"/>
          </a:xfrm>
          <a:prstGeom prst="rect">
            <a:avLst/>
          </a:prstGeom>
        </p:spPr>
        <p:txBody>
          <a:bodyPr/>
          <a:lstStyle>
            <a:lvl1pPr marL="0" indent="0">
              <a:lnSpc>
                <a:spcPct val="80000"/>
              </a:lnSpc>
              <a:spcAft>
                <a:spcPts val="0"/>
              </a:spcAft>
              <a:buFont typeface="Graphik" panose="020B0604020202020204" pitchFamily="34" charset="0"/>
              <a:buNone/>
              <a:defRPr sz="1100" b="1" i="0">
                <a:solidFill>
                  <a:schemeClr val="bg2"/>
                </a:solidFill>
                <a:latin typeface="Arial" panose="020B0604020202020204" pitchFamily="34" charset="0"/>
              </a:defRPr>
            </a:lvl1pPr>
            <a:lvl2pPr marL="0" indent="0">
              <a:spcAft>
                <a:spcPts val="800"/>
              </a:spcAft>
              <a:buNone/>
              <a:defRPr lang="en-US" sz="1100" b="1" i="0" kern="1200">
                <a:solidFill>
                  <a:schemeClr val="bg2"/>
                </a:solidFill>
                <a:latin typeface="Arial" panose="020B0604020202020204" pitchFamily="34" charset="0"/>
                <a:ea typeface="+mn-ea"/>
                <a:cs typeface="+mn-cs"/>
              </a:defRPr>
            </a:lvl2pPr>
            <a:lvl3pPr marL="0" indent="0">
              <a:spcAft>
                <a:spcPts val="600"/>
              </a:spcAft>
              <a:buNone/>
              <a:defRPr sz="1100" b="0" i="0">
                <a:latin typeface="Arial" panose="020B0604020202020204" pitchFamily="34" charset="0"/>
              </a:defRPr>
            </a:lvl3pPr>
            <a:lvl4pPr marL="182875" indent="-182875">
              <a:spcAft>
                <a:spcPts val="600"/>
              </a:spcAft>
              <a:buFont typeface="Graphik" panose="020B0604020202020204" pitchFamily="34" charset="0"/>
              <a:buChar char="•"/>
              <a:defRPr sz="1100" b="0" i="0">
                <a:latin typeface="Arial" panose="020B0604020202020204" pitchFamily="34" charset="0"/>
              </a:defRPr>
            </a:lvl4pPr>
            <a:lvl5pPr>
              <a:spcAft>
                <a:spcPts val="600"/>
              </a:spcAft>
              <a:defRPr sz="1600"/>
            </a:lvl5pPr>
          </a:lstStyle>
          <a:p>
            <a:pPr lvl="0"/>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2209298965"/>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team 2 + light mode">
    <p:spTree>
      <p:nvGrpSpPr>
        <p:cNvPr id="1" name=""/>
        <p:cNvGrpSpPr/>
        <p:nvPr/>
      </p:nvGrpSpPr>
      <p:grpSpPr>
        <a:xfrm>
          <a:off x="0" y="0"/>
          <a:ext cx="0" cy="0"/>
          <a:chOff x="0" y="0"/>
          <a:chExt cx="0" cy="0"/>
        </a:xfrm>
      </p:grpSpPr>
      <p:sp>
        <p:nvSpPr>
          <p:cNvPr id="12" name="Title 2">
            <a:extLst>
              <a:ext uri="{FF2B5EF4-FFF2-40B4-BE49-F238E27FC236}">
                <a16:creationId xmlns:a16="http://schemas.microsoft.com/office/drawing/2014/main" id="{BC12817E-BFFB-996F-0414-D71850F8BB8D}"/>
              </a:ext>
            </a:extLst>
          </p:cNvPr>
          <p:cNvSpPr>
            <a:spLocks noGrp="1"/>
          </p:cNvSpPr>
          <p:nvPr>
            <p:ph type="title"/>
          </p:nvPr>
        </p:nvSpPr>
        <p:spPr>
          <a:xfrm>
            <a:off x="556467" y="572600"/>
            <a:ext cx="11084671" cy="393954"/>
          </a:xfrm>
        </p:spPr>
        <p:txBody>
          <a:bodyPr/>
          <a:lstStyle/>
          <a:p>
            <a:r>
              <a:rPr lang="en-US"/>
              <a:t>Click to edit Master title style</a:t>
            </a:r>
          </a:p>
        </p:txBody>
      </p:sp>
      <p:sp>
        <p:nvSpPr>
          <p:cNvPr id="11" name="Text Placeholder 3">
            <a:extLst>
              <a:ext uri="{FF2B5EF4-FFF2-40B4-BE49-F238E27FC236}">
                <a16:creationId xmlns:a16="http://schemas.microsoft.com/office/drawing/2014/main" id="{B67959CF-959A-6AC4-94D1-25F08AB1C4FC}"/>
              </a:ext>
            </a:extLst>
          </p:cNvPr>
          <p:cNvSpPr>
            <a:spLocks noGrp="1"/>
          </p:cNvSpPr>
          <p:nvPr>
            <p:ph type="body" sz="quarter" idx="26" hasCustomPrompt="1"/>
          </p:nvPr>
        </p:nvSpPr>
        <p:spPr>
          <a:xfrm>
            <a:off x="563411" y="1109663"/>
            <a:ext cx="11084671"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3" name="Picture Placeholder 2">
            <a:extLst>
              <a:ext uri="{FF2B5EF4-FFF2-40B4-BE49-F238E27FC236}">
                <a16:creationId xmlns:a16="http://schemas.microsoft.com/office/drawing/2014/main" id="{BE8934D7-8F0E-DAC2-009E-72AA89D1034C}"/>
              </a:ext>
            </a:extLst>
          </p:cNvPr>
          <p:cNvSpPr>
            <a:spLocks noGrp="1" noChangeAspect="1"/>
          </p:cNvSpPr>
          <p:nvPr>
            <p:ph type="pic" sz="quarter" idx="14" hasCustomPrompt="1"/>
          </p:nvPr>
        </p:nvSpPr>
        <p:spPr>
          <a:xfrm>
            <a:off x="1420322" y="2629388"/>
            <a:ext cx="1180800" cy="1180800"/>
          </a:xfrm>
          <a:prstGeom prst="rect">
            <a:avLst/>
          </a:prstGeom>
          <a:solidFill>
            <a:schemeClr val="bg1">
              <a:lumMod val="95000"/>
            </a:schemeClr>
          </a:solidFill>
        </p:spPr>
        <p:txBody>
          <a:bodyPr lIns="91440" tIns="0" anchor="ctr"/>
          <a:lstStyle>
            <a:lvl1pPr marL="0" indent="0" algn="ctr">
              <a:buNone/>
              <a:defRPr sz="1400" b="0" i="0">
                <a:latin typeface="Arial" panose="020B0604020202020204" pitchFamily="34" charset="0"/>
              </a:defRPr>
            </a:lvl1pPr>
          </a:lstStyle>
          <a:p>
            <a:r>
              <a:rPr lang="en-GB"/>
              <a:t>Add profile photo</a:t>
            </a:r>
            <a:endParaRPr lang="en-US"/>
          </a:p>
        </p:txBody>
      </p:sp>
      <p:sp>
        <p:nvSpPr>
          <p:cNvPr id="4" name="Picture Placeholder 4">
            <a:extLst>
              <a:ext uri="{FF2B5EF4-FFF2-40B4-BE49-F238E27FC236}">
                <a16:creationId xmlns:a16="http://schemas.microsoft.com/office/drawing/2014/main" id="{66FFCC06-23AF-63BD-C570-7D17CA07D430}"/>
              </a:ext>
            </a:extLst>
          </p:cNvPr>
          <p:cNvSpPr>
            <a:spLocks noGrp="1" noChangeAspect="1"/>
          </p:cNvSpPr>
          <p:nvPr>
            <p:ph type="pic" sz="quarter" idx="15" hasCustomPrompt="1"/>
          </p:nvPr>
        </p:nvSpPr>
        <p:spPr>
          <a:xfrm>
            <a:off x="2980178"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6" name="Picture Placeholder 6">
            <a:extLst>
              <a:ext uri="{FF2B5EF4-FFF2-40B4-BE49-F238E27FC236}">
                <a16:creationId xmlns:a16="http://schemas.microsoft.com/office/drawing/2014/main" id="{12A42FC0-DC57-2DAF-9A2D-A7CC2A4D2438}"/>
              </a:ext>
            </a:extLst>
          </p:cNvPr>
          <p:cNvSpPr>
            <a:spLocks noGrp="1" noChangeAspect="1"/>
          </p:cNvSpPr>
          <p:nvPr>
            <p:ph type="pic" sz="quarter" idx="16" hasCustomPrompt="1"/>
          </p:nvPr>
        </p:nvSpPr>
        <p:spPr>
          <a:xfrm>
            <a:off x="4540034"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7" name="Picture Placeholder 8">
            <a:extLst>
              <a:ext uri="{FF2B5EF4-FFF2-40B4-BE49-F238E27FC236}">
                <a16:creationId xmlns:a16="http://schemas.microsoft.com/office/drawing/2014/main" id="{75D1459B-043F-093D-F414-47A4829412AC}"/>
              </a:ext>
            </a:extLst>
          </p:cNvPr>
          <p:cNvSpPr>
            <a:spLocks noGrp="1" noChangeAspect="1"/>
          </p:cNvSpPr>
          <p:nvPr>
            <p:ph type="pic" sz="quarter" idx="17" hasCustomPrompt="1"/>
          </p:nvPr>
        </p:nvSpPr>
        <p:spPr>
          <a:xfrm>
            <a:off x="609989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8" name="Picture Placeholder 10">
            <a:extLst>
              <a:ext uri="{FF2B5EF4-FFF2-40B4-BE49-F238E27FC236}">
                <a16:creationId xmlns:a16="http://schemas.microsoft.com/office/drawing/2014/main" id="{F83C65DB-7D3F-C47F-0688-6ED36B4BC359}"/>
              </a:ext>
            </a:extLst>
          </p:cNvPr>
          <p:cNvSpPr>
            <a:spLocks noGrp="1" noChangeAspect="1"/>
          </p:cNvSpPr>
          <p:nvPr>
            <p:ph type="pic" sz="quarter" idx="24" hasCustomPrompt="1"/>
          </p:nvPr>
        </p:nvSpPr>
        <p:spPr>
          <a:xfrm>
            <a:off x="7659746"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9" name="Picture Placeholder 12">
            <a:extLst>
              <a:ext uri="{FF2B5EF4-FFF2-40B4-BE49-F238E27FC236}">
                <a16:creationId xmlns:a16="http://schemas.microsoft.com/office/drawing/2014/main" id="{4C9ABC01-5EC3-7241-7C4A-88F421331E70}"/>
              </a:ext>
            </a:extLst>
          </p:cNvPr>
          <p:cNvSpPr>
            <a:spLocks noGrp="1" noChangeAspect="1"/>
          </p:cNvSpPr>
          <p:nvPr>
            <p:ph type="pic" sz="quarter" idx="18" hasCustomPrompt="1"/>
          </p:nvPr>
        </p:nvSpPr>
        <p:spPr>
          <a:xfrm>
            <a:off x="9219600" y="2629388"/>
            <a:ext cx="1180800" cy="1180800"/>
          </a:xfrm>
          <a:prstGeom prst="rect">
            <a:avLst/>
          </a:prstGeom>
          <a:solidFill>
            <a:schemeClr val="bg1">
              <a:lumMod val="95000"/>
            </a:schemeClr>
          </a:solidFill>
        </p:spPr>
        <p:txBody>
          <a:bodyPr vert="horz" lIns="91440" tIns="0" rIns="0" bIns="0" rtlCol="0" anchor="ctr">
            <a:noAutofit/>
          </a:bodyPr>
          <a:lstStyle>
            <a:lvl1pPr marL="0" indent="0" algn="ctr">
              <a:buNone/>
              <a:defRPr lang="en-US" sz="1400" b="0" i="0" dirty="0">
                <a:latin typeface="Arial" panose="020B0604020202020204" pitchFamily="34" charset="0"/>
              </a:defRPr>
            </a:lvl1pPr>
          </a:lstStyle>
          <a:p>
            <a:pPr lvl="0"/>
            <a:r>
              <a:rPr lang="en-GB"/>
              <a:t>Add profile photo</a:t>
            </a:r>
            <a:endParaRPr lang="en-US"/>
          </a:p>
        </p:txBody>
      </p:sp>
      <p:sp>
        <p:nvSpPr>
          <p:cNvPr id="28" name="Text Placeholder 3">
            <a:extLst>
              <a:ext uri="{FF2B5EF4-FFF2-40B4-BE49-F238E27FC236}">
                <a16:creationId xmlns:a16="http://schemas.microsoft.com/office/drawing/2014/main" id="{44690F9A-3FD8-58C2-C4B6-728AA0AC2DB6}"/>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sz="1000" b="1" i="0">
                <a:solidFill>
                  <a:schemeClr val="bg2"/>
                </a:solidFill>
                <a:latin typeface="Arial" panose="020B0604020202020204" pitchFamily="34" charset="0"/>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30" name="Text Placeholder 4">
            <a:extLst>
              <a:ext uri="{FF2B5EF4-FFF2-40B4-BE49-F238E27FC236}">
                <a16:creationId xmlns:a16="http://schemas.microsoft.com/office/drawing/2014/main" id="{8B4CF385-9FC6-70A9-2E90-C43EAE77F58C}"/>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Text Placeholder 5">
            <a:extLst>
              <a:ext uri="{FF2B5EF4-FFF2-40B4-BE49-F238E27FC236}">
                <a16:creationId xmlns:a16="http://schemas.microsoft.com/office/drawing/2014/main" id="{A8CE1B5A-4E28-77C8-EB90-DDA864C98EE4}"/>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3" name="Text Placeholder 6">
            <a:extLst>
              <a:ext uri="{FF2B5EF4-FFF2-40B4-BE49-F238E27FC236}">
                <a16:creationId xmlns:a16="http://schemas.microsoft.com/office/drawing/2014/main" id="{D17BC01F-7509-B7D1-2FF2-419E3035A67D}"/>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4" name="Text Placeholder 7">
            <a:extLst>
              <a:ext uri="{FF2B5EF4-FFF2-40B4-BE49-F238E27FC236}">
                <a16:creationId xmlns:a16="http://schemas.microsoft.com/office/drawing/2014/main" id="{B5E87864-3492-16F6-7D53-F48ECFF71B6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5" name="Text Placeholder 8">
            <a:extLst>
              <a:ext uri="{FF2B5EF4-FFF2-40B4-BE49-F238E27FC236}">
                <a16:creationId xmlns:a16="http://schemas.microsoft.com/office/drawing/2014/main" id="{0882B210-0FE9-9013-3A4F-EBDFFF0F91F2}"/>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bg2"/>
                </a:solidFill>
                <a:latin typeface="Arial" panose="020B0604020202020204" pitchFamily="34" charset="0"/>
                <a:ea typeface="+mn-ea"/>
                <a:cs typeface="+mn-cs"/>
              </a:defRPr>
            </a:lvl1pPr>
            <a:lvl2pPr marL="0" indent="0">
              <a:spcAft>
                <a:spcPts val="800"/>
              </a:spcAft>
              <a:buNone/>
              <a:defRPr lang="en-US" sz="1000" b="1" i="0" kern="1200">
                <a:solidFill>
                  <a:schemeClr val="bg2"/>
                </a:solidFill>
                <a:latin typeface="Arial" panose="020B0604020202020204" pitchFamily="34" charset="0"/>
                <a:ea typeface="+mn-ea"/>
                <a:cs typeface="+mn-cs"/>
              </a:defRPr>
            </a:lvl2pPr>
            <a:lvl3pPr marL="0" indent="0">
              <a:spcAft>
                <a:spcPts val="267"/>
              </a:spcAft>
              <a:buNone/>
              <a:defRPr sz="1000" b="0" i="0">
                <a:latin typeface="Arial" panose="020B0604020202020204" pitchFamily="34" charset="0"/>
              </a:defRPr>
            </a:lvl3pPr>
            <a:lvl4pPr marL="182875" indent="-182875">
              <a:spcAft>
                <a:spcPts val="267"/>
              </a:spcAft>
              <a:buFont typeface="Graphik" panose="020B0604020202020204" pitchFamily="34" charset="0"/>
              <a:buChar char="•"/>
              <a:defRPr sz="1000" b="0" i="0">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Tree>
    <p:extLst>
      <p:ext uri="{BB962C8B-B14F-4D97-AF65-F5344CB8AC3E}">
        <p14:creationId xmlns:p14="http://schemas.microsoft.com/office/powerpoint/2010/main" val="3070580610"/>
      </p:ext>
    </p:extLst>
  </p:cSld>
  <p:clrMapOvr>
    <a:masterClrMapping/>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team 2 + purple">
    <p:bg>
      <p:bgPr>
        <a:solidFill>
          <a:srgbClr val="460073"/>
        </a:solidFill>
        <a:effectLst/>
      </p:bgPr>
    </p:bg>
    <p:spTree>
      <p:nvGrpSpPr>
        <p:cNvPr id="1" name=""/>
        <p:cNvGrpSpPr/>
        <p:nvPr/>
      </p:nvGrpSpPr>
      <p:grpSpPr>
        <a:xfrm>
          <a:off x="0" y="0"/>
          <a:ext cx="0" cy="0"/>
          <a:chOff x="0" y="0"/>
          <a:chExt cx="0" cy="0"/>
        </a:xfrm>
      </p:grpSpPr>
      <p:sp>
        <p:nvSpPr>
          <p:cNvPr id="50" name="Title 2">
            <a:extLst>
              <a:ext uri="{FF2B5EF4-FFF2-40B4-BE49-F238E27FC236}">
                <a16:creationId xmlns:a16="http://schemas.microsoft.com/office/drawing/2014/main" id="{D9DE4A47-B387-28A0-0CCF-3D113159BC44}"/>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9" name="Text Placeholder 3">
            <a:extLst>
              <a:ext uri="{FF2B5EF4-FFF2-40B4-BE49-F238E27FC236}">
                <a16:creationId xmlns:a16="http://schemas.microsoft.com/office/drawing/2014/main" id="{C79C29FA-AFA2-CB0C-7716-CE3754DCAD25}"/>
              </a:ext>
            </a:extLst>
          </p:cNvPr>
          <p:cNvSpPr>
            <a:spLocks noGrp="1"/>
          </p:cNvSpPr>
          <p:nvPr>
            <p:ph type="body" sz="quarter" idx="26" hasCustomPrompt="1"/>
          </p:nvPr>
        </p:nvSpPr>
        <p:spPr>
          <a:xfrm>
            <a:off x="563412" y="1109663"/>
            <a:ext cx="11084672"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3" name="Picture Placeholder 2">
            <a:extLst>
              <a:ext uri="{FF2B5EF4-FFF2-40B4-BE49-F238E27FC236}">
                <a16:creationId xmlns:a16="http://schemas.microsoft.com/office/drawing/2014/main" id="{B6B30F3E-6876-0883-BD26-A4FC5D74BFEB}"/>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4" name="Picture Placeholder 4">
            <a:extLst>
              <a:ext uri="{FF2B5EF4-FFF2-40B4-BE49-F238E27FC236}">
                <a16:creationId xmlns:a16="http://schemas.microsoft.com/office/drawing/2014/main" id="{68CBCB53-EDC2-430A-6091-471E4A3C0E69}"/>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5" name="Picture Placeholder 6">
            <a:extLst>
              <a:ext uri="{FF2B5EF4-FFF2-40B4-BE49-F238E27FC236}">
                <a16:creationId xmlns:a16="http://schemas.microsoft.com/office/drawing/2014/main" id="{637BE686-D971-81F4-FECC-526CEF4F381E}"/>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6" name="Picture Placeholder 8">
            <a:extLst>
              <a:ext uri="{FF2B5EF4-FFF2-40B4-BE49-F238E27FC236}">
                <a16:creationId xmlns:a16="http://schemas.microsoft.com/office/drawing/2014/main" id="{BA07AFEE-DC74-E7A8-BDBA-BFFE9BF24CD9}"/>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10">
            <a:extLst>
              <a:ext uri="{FF2B5EF4-FFF2-40B4-BE49-F238E27FC236}">
                <a16:creationId xmlns:a16="http://schemas.microsoft.com/office/drawing/2014/main" id="{90E75D7F-D480-7A96-4F8E-3631E15DA2AD}"/>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12">
            <a:extLst>
              <a:ext uri="{FF2B5EF4-FFF2-40B4-BE49-F238E27FC236}">
                <a16:creationId xmlns:a16="http://schemas.microsoft.com/office/drawing/2014/main" id="{183F93F6-A09B-A2EF-64C2-4902846E2410}"/>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3">
            <a:extLst>
              <a:ext uri="{FF2B5EF4-FFF2-40B4-BE49-F238E27FC236}">
                <a16:creationId xmlns:a16="http://schemas.microsoft.com/office/drawing/2014/main" id="{678182CD-97A5-B632-A606-E290F2E8F003}"/>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sz="1000" b="1" i="0">
                <a:solidFill>
                  <a:schemeClr val="tx1"/>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70" name="Text Placeholder 4">
            <a:extLst>
              <a:ext uri="{FF2B5EF4-FFF2-40B4-BE49-F238E27FC236}">
                <a16:creationId xmlns:a16="http://schemas.microsoft.com/office/drawing/2014/main" id="{BC20362B-D8E4-FBCA-BA42-83663531AA4B}"/>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1" name="Text Placeholder 5">
            <a:extLst>
              <a:ext uri="{FF2B5EF4-FFF2-40B4-BE49-F238E27FC236}">
                <a16:creationId xmlns:a16="http://schemas.microsoft.com/office/drawing/2014/main" id="{27B74B01-5E96-C593-2AE8-1AC067D6CF5C}"/>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2" name="Text Placeholder 6">
            <a:extLst>
              <a:ext uri="{FF2B5EF4-FFF2-40B4-BE49-F238E27FC236}">
                <a16:creationId xmlns:a16="http://schemas.microsoft.com/office/drawing/2014/main" id="{77DA96FA-342F-3709-1656-B7FC6C905DFA}"/>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3" name="Text Placeholder 7">
            <a:extLst>
              <a:ext uri="{FF2B5EF4-FFF2-40B4-BE49-F238E27FC236}">
                <a16:creationId xmlns:a16="http://schemas.microsoft.com/office/drawing/2014/main" id="{DED6B8B6-1CF0-A57B-C39A-E87D9D3570EB}"/>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74" name="Text Placeholder 8">
            <a:extLst>
              <a:ext uri="{FF2B5EF4-FFF2-40B4-BE49-F238E27FC236}">
                <a16:creationId xmlns:a16="http://schemas.microsoft.com/office/drawing/2014/main" id="{0A4ACC4B-F1AD-98A5-3F4F-0528E81C50E6}"/>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tx1"/>
                </a:solidFill>
                <a:latin typeface="Arial" panose="020B0604020202020204" pitchFamily="34" charset="0"/>
                <a:ea typeface="+mn-ea"/>
                <a:cs typeface="+mn-cs"/>
              </a:defRPr>
            </a:lvl1pPr>
            <a:lvl2pPr marL="0" indent="0">
              <a:spcAft>
                <a:spcPts val="800"/>
              </a:spcAft>
              <a:buNone/>
              <a:defRPr lang="en-US" sz="1000" b="1" i="0" kern="1200">
                <a:solidFill>
                  <a:schemeClr val="tx1"/>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3239868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team 2 + dark mode">
    <p:bg>
      <p:bgRef idx="1001">
        <a:schemeClr val="bg1"/>
      </p:bgRef>
    </p:bg>
    <p:spTree>
      <p:nvGrpSpPr>
        <p:cNvPr id="1" name=""/>
        <p:cNvGrpSpPr/>
        <p:nvPr/>
      </p:nvGrpSpPr>
      <p:grpSpPr>
        <a:xfrm>
          <a:off x="0" y="0"/>
          <a:ext cx="0" cy="0"/>
          <a:chOff x="0" y="0"/>
          <a:chExt cx="0" cy="0"/>
        </a:xfrm>
      </p:grpSpPr>
      <p:sp>
        <p:nvSpPr>
          <p:cNvPr id="48" name="Title 2">
            <a:extLst>
              <a:ext uri="{FF2B5EF4-FFF2-40B4-BE49-F238E27FC236}">
                <a16:creationId xmlns:a16="http://schemas.microsoft.com/office/drawing/2014/main" id="{EE96B902-DA40-F453-88BF-C5A865B07A86}"/>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47" name="Text Placeholder 3">
            <a:extLst>
              <a:ext uri="{FF2B5EF4-FFF2-40B4-BE49-F238E27FC236}">
                <a16:creationId xmlns:a16="http://schemas.microsoft.com/office/drawing/2014/main" id="{BAE735C4-1315-5604-E715-00812A74737C}"/>
              </a:ext>
            </a:extLst>
          </p:cNvPr>
          <p:cNvSpPr>
            <a:spLocks noGrp="1"/>
          </p:cNvSpPr>
          <p:nvPr>
            <p:ph type="body" sz="quarter" idx="26" hasCustomPrompt="1"/>
          </p:nvPr>
        </p:nvSpPr>
        <p:spPr>
          <a:xfrm>
            <a:off x="563411" y="1109663"/>
            <a:ext cx="11084673" cy="384048"/>
          </a:xfrm>
          <a:prstGeom prst="rect">
            <a:avLst/>
          </a:prstGeom>
        </p:spPr>
        <p:txBody>
          <a:bodyPr anchor="t"/>
          <a:lstStyle>
            <a:lvl1pPr marL="0" indent="0">
              <a:spcAft>
                <a:spcPts val="0"/>
              </a:spcAft>
              <a:buNone/>
              <a:defRPr sz="1800" b="0" i="0">
                <a:solidFill>
                  <a:schemeClr val="tx1"/>
                </a:solidFill>
                <a:latin typeface="Arial" panose="020B0604020202020204" pitchFamily="34" charset="0"/>
              </a:defRPr>
            </a:lvl1pPr>
          </a:lstStyle>
          <a:p>
            <a:pPr lvl="0"/>
            <a:r>
              <a:rPr lang="en-GB"/>
              <a:t>Place subtitle here in </a:t>
            </a:r>
            <a:r>
              <a:rPr lang="en-GB" err="1"/>
              <a:t>Arial</a:t>
            </a:r>
            <a:r>
              <a:rPr lang="en-GB"/>
              <a:t> regular</a:t>
            </a:r>
            <a:endParaRPr lang="en-US"/>
          </a:p>
        </p:txBody>
      </p:sp>
      <p:sp>
        <p:nvSpPr>
          <p:cNvPr id="61" name="Picture Placeholder 2">
            <a:extLst>
              <a:ext uri="{FF2B5EF4-FFF2-40B4-BE49-F238E27FC236}">
                <a16:creationId xmlns:a16="http://schemas.microsoft.com/office/drawing/2014/main" id="{F0E9B0EE-00BA-77AC-391E-0B1F0E1E8A9C}"/>
              </a:ext>
            </a:extLst>
          </p:cNvPr>
          <p:cNvSpPr>
            <a:spLocks noGrp="1" noChangeAspect="1"/>
          </p:cNvSpPr>
          <p:nvPr>
            <p:ph type="pic" sz="quarter" idx="14" hasCustomPrompt="1"/>
          </p:nvPr>
        </p:nvSpPr>
        <p:spPr>
          <a:xfrm>
            <a:off x="1420322" y="2629388"/>
            <a:ext cx="1180800" cy="1180800"/>
          </a:xfrm>
          <a:prstGeom prst="rect">
            <a:avLst/>
          </a:prstGeom>
          <a:solidFill>
            <a:schemeClr val="tx1">
              <a:lumMod val="95000"/>
            </a:schemeClr>
          </a:solidFill>
        </p:spPr>
        <p:txBody>
          <a:bodyPr lIns="91440" tIns="0" anchor="ctr"/>
          <a:lstStyle>
            <a:lvl1pPr marL="0" indent="0" algn="ctr">
              <a:buNone/>
              <a:defRPr sz="1400" b="0" i="0">
                <a:solidFill>
                  <a:schemeClr val="bg1"/>
                </a:solidFill>
                <a:latin typeface="Arial" panose="020B0604020202020204" pitchFamily="34" charset="0"/>
              </a:defRPr>
            </a:lvl1pPr>
          </a:lstStyle>
          <a:p>
            <a:r>
              <a:rPr lang="en-GB"/>
              <a:t>Add profile photo</a:t>
            </a:r>
            <a:endParaRPr lang="en-US"/>
          </a:p>
        </p:txBody>
      </p:sp>
      <p:sp>
        <p:nvSpPr>
          <p:cNvPr id="67" name="Text Placeholder 3">
            <a:extLst>
              <a:ext uri="{FF2B5EF4-FFF2-40B4-BE49-F238E27FC236}">
                <a16:creationId xmlns:a16="http://schemas.microsoft.com/office/drawing/2014/main" id="{E38C952C-69EF-B109-2D9A-0E1226273D9A}"/>
              </a:ext>
            </a:extLst>
          </p:cNvPr>
          <p:cNvSpPr>
            <a:spLocks noGrp="1"/>
          </p:cNvSpPr>
          <p:nvPr>
            <p:ph type="body" sz="quarter" idx="38" hasCustomPrompt="1"/>
          </p:nvPr>
        </p:nvSpPr>
        <p:spPr>
          <a:xfrm>
            <a:off x="1420322"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sz="1000" b="1" i="0">
                <a:solidFill>
                  <a:schemeClr val="accent2"/>
                </a:solidFill>
                <a:latin typeface="Arial" panose="020B0604020202020204" pitchFamily="34" charset="0"/>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lvl="0"/>
            <a:r>
              <a:rPr lang="en-US"/>
              <a:t>First name</a:t>
            </a:r>
          </a:p>
          <a:p>
            <a:pPr lvl="1"/>
            <a:r>
              <a:rPr lang="en-US"/>
              <a:t>Surname or Role</a:t>
            </a:r>
          </a:p>
          <a:p>
            <a:pPr lvl="2"/>
            <a:r>
              <a:rPr lang="en-US"/>
              <a:t>Short bio</a:t>
            </a:r>
          </a:p>
          <a:p>
            <a:pPr lvl="3"/>
            <a:r>
              <a:rPr lang="en-US"/>
              <a:t>Bullet point</a:t>
            </a:r>
          </a:p>
        </p:txBody>
      </p:sp>
      <p:sp>
        <p:nvSpPr>
          <p:cNvPr id="62" name="Picture Placeholder 4">
            <a:extLst>
              <a:ext uri="{FF2B5EF4-FFF2-40B4-BE49-F238E27FC236}">
                <a16:creationId xmlns:a16="http://schemas.microsoft.com/office/drawing/2014/main" id="{8A6DE4FC-AD43-5522-F3DC-8CCFCDC5C1AC}"/>
              </a:ext>
            </a:extLst>
          </p:cNvPr>
          <p:cNvSpPr>
            <a:spLocks noGrp="1" noChangeAspect="1"/>
          </p:cNvSpPr>
          <p:nvPr>
            <p:ph type="pic" sz="quarter" idx="15" hasCustomPrompt="1"/>
          </p:nvPr>
        </p:nvSpPr>
        <p:spPr>
          <a:xfrm>
            <a:off x="2980178"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Text Placeholder 4">
            <a:extLst>
              <a:ext uri="{FF2B5EF4-FFF2-40B4-BE49-F238E27FC236}">
                <a16:creationId xmlns:a16="http://schemas.microsoft.com/office/drawing/2014/main" id="{DE8A2EE3-FD03-89B1-82A0-A678E022E3DD}"/>
              </a:ext>
            </a:extLst>
          </p:cNvPr>
          <p:cNvSpPr>
            <a:spLocks noGrp="1"/>
          </p:cNvSpPr>
          <p:nvPr>
            <p:ph type="body" sz="quarter" idx="39" hasCustomPrompt="1"/>
          </p:nvPr>
        </p:nvSpPr>
        <p:spPr>
          <a:xfrm>
            <a:off x="2980178"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3" name="Picture Placeholder 6">
            <a:extLst>
              <a:ext uri="{FF2B5EF4-FFF2-40B4-BE49-F238E27FC236}">
                <a16:creationId xmlns:a16="http://schemas.microsoft.com/office/drawing/2014/main" id="{1BD069D5-BE5E-6066-FCA3-0DF229CA234F}"/>
              </a:ext>
            </a:extLst>
          </p:cNvPr>
          <p:cNvSpPr>
            <a:spLocks noGrp="1" noChangeAspect="1"/>
          </p:cNvSpPr>
          <p:nvPr>
            <p:ph type="pic" sz="quarter" idx="16" hasCustomPrompt="1"/>
          </p:nvPr>
        </p:nvSpPr>
        <p:spPr>
          <a:xfrm>
            <a:off x="4540034"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Text Placeholder 5">
            <a:extLst>
              <a:ext uri="{FF2B5EF4-FFF2-40B4-BE49-F238E27FC236}">
                <a16:creationId xmlns:a16="http://schemas.microsoft.com/office/drawing/2014/main" id="{F179A0E0-1EF9-E854-A005-C3FFC783DADA}"/>
              </a:ext>
            </a:extLst>
          </p:cNvPr>
          <p:cNvSpPr>
            <a:spLocks noGrp="1"/>
          </p:cNvSpPr>
          <p:nvPr>
            <p:ph type="body" sz="quarter" idx="40" hasCustomPrompt="1"/>
          </p:nvPr>
        </p:nvSpPr>
        <p:spPr>
          <a:xfrm>
            <a:off x="4540034"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4" name="Picture Placeholder 8">
            <a:extLst>
              <a:ext uri="{FF2B5EF4-FFF2-40B4-BE49-F238E27FC236}">
                <a16:creationId xmlns:a16="http://schemas.microsoft.com/office/drawing/2014/main" id="{9411D50B-1629-1008-57E7-75FEA9042E4C}"/>
              </a:ext>
            </a:extLst>
          </p:cNvPr>
          <p:cNvSpPr>
            <a:spLocks noGrp="1" noChangeAspect="1"/>
          </p:cNvSpPr>
          <p:nvPr>
            <p:ph type="pic" sz="quarter" idx="17" hasCustomPrompt="1"/>
          </p:nvPr>
        </p:nvSpPr>
        <p:spPr>
          <a:xfrm>
            <a:off x="609989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Text Placeholder 6">
            <a:extLst>
              <a:ext uri="{FF2B5EF4-FFF2-40B4-BE49-F238E27FC236}">
                <a16:creationId xmlns:a16="http://schemas.microsoft.com/office/drawing/2014/main" id="{98575771-F64F-E2C2-0963-4F7DA15F5336}"/>
              </a:ext>
            </a:extLst>
          </p:cNvPr>
          <p:cNvSpPr>
            <a:spLocks noGrp="1"/>
          </p:cNvSpPr>
          <p:nvPr>
            <p:ph type="body" sz="quarter" idx="41" hasCustomPrompt="1"/>
          </p:nvPr>
        </p:nvSpPr>
        <p:spPr>
          <a:xfrm>
            <a:off x="609989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5" name="Picture Placeholder 10">
            <a:extLst>
              <a:ext uri="{FF2B5EF4-FFF2-40B4-BE49-F238E27FC236}">
                <a16:creationId xmlns:a16="http://schemas.microsoft.com/office/drawing/2014/main" id="{ADF38582-16D1-8220-29AD-F720575DB7C5}"/>
              </a:ext>
            </a:extLst>
          </p:cNvPr>
          <p:cNvSpPr>
            <a:spLocks noGrp="1" noChangeAspect="1"/>
          </p:cNvSpPr>
          <p:nvPr>
            <p:ph type="pic" sz="quarter" idx="24" hasCustomPrompt="1"/>
          </p:nvPr>
        </p:nvSpPr>
        <p:spPr>
          <a:xfrm>
            <a:off x="7659746"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1" name="Text Placeholder 7">
            <a:extLst>
              <a:ext uri="{FF2B5EF4-FFF2-40B4-BE49-F238E27FC236}">
                <a16:creationId xmlns:a16="http://schemas.microsoft.com/office/drawing/2014/main" id="{6067F82A-448D-AF56-DCF9-8FC95A5EA87D}"/>
              </a:ext>
            </a:extLst>
          </p:cNvPr>
          <p:cNvSpPr>
            <a:spLocks noGrp="1"/>
          </p:cNvSpPr>
          <p:nvPr>
            <p:ph type="body" sz="quarter" idx="42" hasCustomPrompt="1"/>
          </p:nvPr>
        </p:nvSpPr>
        <p:spPr>
          <a:xfrm>
            <a:off x="7659746"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66" name="Picture Placeholder 12">
            <a:extLst>
              <a:ext uri="{FF2B5EF4-FFF2-40B4-BE49-F238E27FC236}">
                <a16:creationId xmlns:a16="http://schemas.microsoft.com/office/drawing/2014/main" id="{97C37837-0060-AD69-31D2-1F8111CE8665}"/>
              </a:ext>
            </a:extLst>
          </p:cNvPr>
          <p:cNvSpPr>
            <a:spLocks noGrp="1" noChangeAspect="1"/>
          </p:cNvSpPr>
          <p:nvPr>
            <p:ph type="pic" sz="quarter" idx="18" hasCustomPrompt="1"/>
          </p:nvPr>
        </p:nvSpPr>
        <p:spPr>
          <a:xfrm>
            <a:off x="9219600" y="2629388"/>
            <a:ext cx="1180800" cy="1180800"/>
          </a:xfrm>
          <a:prstGeom prst="rect">
            <a:avLst/>
          </a:prstGeom>
          <a:solidFill>
            <a:schemeClr val="tx1">
              <a:lumMod val="95000"/>
            </a:schemeClr>
          </a:solidFill>
        </p:spPr>
        <p:txBody>
          <a:bodyPr vert="horz" lIns="9144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2" name="Text Placeholder 8">
            <a:extLst>
              <a:ext uri="{FF2B5EF4-FFF2-40B4-BE49-F238E27FC236}">
                <a16:creationId xmlns:a16="http://schemas.microsoft.com/office/drawing/2014/main" id="{C90D0832-8997-2CF3-4C1C-76EC7DBBE377}"/>
              </a:ext>
            </a:extLst>
          </p:cNvPr>
          <p:cNvSpPr>
            <a:spLocks noGrp="1"/>
          </p:cNvSpPr>
          <p:nvPr>
            <p:ph type="body" sz="quarter" idx="43" hasCustomPrompt="1"/>
          </p:nvPr>
        </p:nvSpPr>
        <p:spPr>
          <a:xfrm>
            <a:off x="9219600" y="4101793"/>
            <a:ext cx="1296000" cy="1439375"/>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mn-cs"/>
              </a:defRPr>
            </a:lvl1pPr>
            <a:lvl2pPr marL="0" indent="0">
              <a:spcAft>
                <a:spcPts val="800"/>
              </a:spcAft>
              <a:buNone/>
              <a:defRPr lang="en-US" sz="1000" b="1" i="0" kern="1200">
                <a:solidFill>
                  <a:schemeClr val="accent2"/>
                </a:solidFill>
                <a:latin typeface="Arial" panose="020B0604020202020204" pitchFamily="34" charset="0"/>
                <a:ea typeface="+mn-ea"/>
                <a:cs typeface="+mn-cs"/>
              </a:defRPr>
            </a:lvl2pPr>
            <a:lvl3pPr marL="0" indent="0">
              <a:spcAft>
                <a:spcPts val="267"/>
              </a:spcAft>
              <a:buNone/>
              <a:defRPr sz="1000" b="0" i="0">
                <a:solidFill>
                  <a:schemeClr val="tx1"/>
                </a:solidFill>
                <a:latin typeface="Arial" panose="020B0604020202020204" pitchFamily="34" charset="0"/>
              </a:defRPr>
            </a:lvl3pPr>
            <a:lvl4pPr marL="182875" indent="-182875">
              <a:spcAft>
                <a:spcPts val="267"/>
              </a:spcAft>
              <a:buFont typeface="Graphik" panose="020B0604020202020204" pitchFamily="34" charset="0"/>
              <a:buChar char="•"/>
              <a:defRPr sz="1000" b="0" i="0">
                <a:solidFill>
                  <a:schemeClr val="tx1"/>
                </a:solidFill>
                <a:latin typeface="Arial" panose="020B0604020202020204" pitchFamily="34" charset="0"/>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a:p>
            <a:pPr lvl="2"/>
            <a:r>
              <a:rPr lang="en-US"/>
              <a:t>Short bio</a:t>
            </a:r>
          </a:p>
          <a:p>
            <a:pPr lvl="3"/>
            <a:r>
              <a:rPr lang="en-US"/>
              <a:t>Bullet point</a:t>
            </a:r>
          </a:p>
        </p:txBody>
      </p:sp>
      <p:sp>
        <p:nvSpPr>
          <p:cNvPr id="32" name="GTS_WH">
            <a:extLst>
              <a:ext uri="{FF2B5EF4-FFF2-40B4-BE49-F238E27FC236}">
                <a16:creationId xmlns:a16="http://schemas.microsoft.com/office/drawing/2014/main" id="{B49891DC-D80E-4D1B-961E-1B567E0E453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9667831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777" userDrawn="1">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team + column dark mode">
    <p:bg>
      <p:bgRef idx="1001">
        <a:schemeClr val="bg1"/>
      </p:bgRef>
    </p:bg>
    <p:spTree>
      <p:nvGrpSpPr>
        <p:cNvPr id="1" name=""/>
        <p:cNvGrpSpPr/>
        <p:nvPr/>
      </p:nvGrpSpPr>
      <p:grpSpPr>
        <a:xfrm>
          <a:off x="0" y="0"/>
          <a:ext cx="0" cy="0"/>
          <a:chOff x="0" y="0"/>
          <a:chExt cx="0" cy="0"/>
        </a:xfrm>
      </p:grpSpPr>
      <p:sp>
        <p:nvSpPr>
          <p:cNvPr id="58" name="Title 2">
            <a:extLst>
              <a:ext uri="{FF2B5EF4-FFF2-40B4-BE49-F238E27FC236}">
                <a16:creationId xmlns:a16="http://schemas.microsoft.com/office/drawing/2014/main" id="{AF158A12-E108-974D-4A28-D2DDBC9F2451}"/>
              </a:ext>
            </a:extLst>
          </p:cNvPr>
          <p:cNvSpPr>
            <a:spLocks noGrp="1"/>
          </p:cNvSpPr>
          <p:nvPr>
            <p:ph type="title"/>
          </p:nvPr>
        </p:nvSpPr>
        <p:spPr>
          <a:xfrm>
            <a:off x="556467" y="572600"/>
            <a:ext cx="11084672" cy="393954"/>
          </a:xfrm>
        </p:spPr>
        <p:txBody>
          <a:bodyPr/>
          <a:lstStyle/>
          <a:p>
            <a:r>
              <a:rPr lang="en-US"/>
              <a:t>Click to edit Master title style</a:t>
            </a:r>
          </a:p>
        </p:txBody>
      </p:sp>
      <p:sp>
        <p:nvSpPr>
          <p:cNvPr id="10" name="Text Placeholder 2">
            <a:extLst>
              <a:ext uri="{FF2B5EF4-FFF2-40B4-BE49-F238E27FC236}">
                <a16:creationId xmlns:a16="http://schemas.microsoft.com/office/drawing/2014/main" id="{2A02CBC2-D34A-FE3B-A3F7-4E4A194F2668}"/>
              </a:ext>
            </a:extLst>
          </p:cNvPr>
          <p:cNvSpPr>
            <a:spLocks noGrp="1"/>
          </p:cNvSpPr>
          <p:nvPr>
            <p:ph type="body" sz="quarter" idx="42" hasCustomPrompt="1"/>
          </p:nvPr>
        </p:nvSpPr>
        <p:spPr>
          <a:xfrm>
            <a:off x="563409" y="1355292"/>
            <a:ext cx="3540355" cy="4757969"/>
          </a:xfrm>
          <a:prstGeom prst="rect">
            <a:avLst/>
          </a:prstGeom>
        </p:spPr>
        <p:txBody>
          <a:bodyPr/>
          <a:lstStyle>
            <a:lvl1pPr marL="0" indent="0">
              <a:buNone/>
              <a:defRPr sz="2000" b="0" i="0">
                <a:latin typeface="Arial" panose="020B0604020202020204" pitchFamily="34" charset="0"/>
              </a:defRPr>
            </a:lvl1pPr>
            <a:lvl2pPr>
              <a:defRPr sz="1600" b="0" i="0">
                <a:latin typeface="Arial" panose="020B0604020202020204" pitchFamily="34" charset="0"/>
              </a:defRPr>
            </a:lvl2pPr>
            <a:lvl3pPr>
              <a:defRPr sz="1600" b="0" i="0">
                <a:latin typeface="Arial" panose="020B0604020202020204" pitchFamily="34" charset="0"/>
              </a:defRPr>
            </a:lvl3pPr>
            <a:lvl4pPr>
              <a:defRPr sz="1400" b="0" i="0">
                <a:latin typeface="Arial" panose="020B0604020202020204" pitchFamily="34" charset="0"/>
              </a:defRPr>
            </a:lvl4pPr>
            <a:lvl5pPr>
              <a:defRPr sz="14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59" name="Picture Placeholder 6">
            <a:extLst>
              <a:ext uri="{FF2B5EF4-FFF2-40B4-BE49-F238E27FC236}">
                <a16:creationId xmlns:a16="http://schemas.microsoft.com/office/drawing/2014/main" id="{D9BDCE52-89A2-2B74-090A-1C2EF4190943}"/>
              </a:ext>
            </a:extLst>
          </p:cNvPr>
          <p:cNvSpPr>
            <a:spLocks noGrp="1" noChangeAspect="1"/>
          </p:cNvSpPr>
          <p:nvPr>
            <p:ph type="pic" sz="quarter" idx="16" hasCustomPrompt="1"/>
          </p:nvPr>
        </p:nvSpPr>
        <p:spPr>
          <a:xfrm>
            <a:off x="4750100"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0" name="Picture Placeholder 8">
            <a:extLst>
              <a:ext uri="{FF2B5EF4-FFF2-40B4-BE49-F238E27FC236}">
                <a16:creationId xmlns:a16="http://schemas.microsoft.com/office/drawing/2014/main" id="{719A3D27-6186-F931-9BF2-812767B56DF4}"/>
              </a:ext>
            </a:extLst>
          </p:cNvPr>
          <p:cNvSpPr>
            <a:spLocks noGrp="1" noChangeAspect="1"/>
          </p:cNvSpPr>
          <p:nvPr>
            <p:ph type="pic" sz="quarter" idx="17" hasCustomPrompt="1"/>
          </p:nvPr>
        </p:nvSpPr>
        <p:spPr>
          <a:xfrm>
            <a:off x="6532027"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1" name="Picture Placeholder 10">
            <a:extLst>
              <a:ext uri="{FF2B5EF4-FFF2-40B4-BE49-F238E27FC236}">
                <a16:creationId xmlns:a16="http://schemas.microsoft.com/office/drawing/2014/main" id="{221FD96F-56ED-3F4E-D5EC-ECE899136886}"/>
              </a:ext>
            </a:extLst>
          </p:cNvPr>
          <p:cNvSpPr>
            <a:spLocks noGrp="1" noChangeAspect="1"/>
          </p:cNvSpPr>
          <p:nvPr>
            <p:ph type="pic" sz="quarter" idx="24" hasCustomPrompt="1"/>
          </p:nvPr>
        </p:nvSpPr>
        <p:spPr>
          <a:xfrm>
            <a:off x="8313954"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2" name="Picture Placeholder 12">
            <a:extLst>
              <a:ext uri="{FF2B5EF4-FFF2-40B4-BE49-F238E27FC236}">
                <a16:creationId xmlns:a16="http://schemas.microsoft.com/office/drawing/2014/main" id="{BE2DD9EE-FBA3-C33C-873A-4515866F5D79}"/>
              </a:ext>
            </a:extLst>
          </p:cNvPr>
          <p:cNvSpPr>
            <a:spLocks noGrp="1" noChangeAspect="1"/>
          </p:cNvSpPr>
          <p:nvPr>
            <p:ph type="pic" sz="quarter" idx="18" hasCustomPrompt="1"/>
          </p:nvPr>
        </p:nvSpPr>
        <p:spPr>
          <a:xfrm>
            <a:off x="10095882" y="135529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7" name="Picture Placeholder 6">
            <a:extLst>
              <a:ext uri="{FF2B5EF4-FFF2-40B4-BE49-F238E27FC236}">
                <a16:creationId xmlns:a16="http://schemas.microsoft.com/office/drawing/2014/main" id="{B77582B8-1D1F-CACA-D550-1CD5A949EEA4}"/>
              </a:ext>
            </a:extLst>
          </p:cNvPr>
          <p:cNvSpPr>
            <a:spLocks noGrp="1" noChangeAspect="1"/>
          </p:cNvSpPr>
          <p:nvPr>
            <p:ph type="pic" sz="quarter" idx="53" hasCustomPrompt="1"/>
          </p:nvPr>
        </p:nvSpPr>
        <p:spPr>
          <a:xfrm>
            <a:off x="4750100"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8" name="Picture Placeholder 8">
            <a:extLst>
              <a:ext uri="{FF2B5EF4-FFF2-40B4-BE49-F238E27FC236}">
                <a16:creationId xmlns:a16="http://schemas.microsoft.com/office/drawing/2014/main" id="{17E0A0A0-43CE-5971-7C1E-E8F5AFA224E0}"/>
              </a:ext>
            </a:extLst>
          </p:cNvPr>
          <p:cNvSpPr>
            <a:spLocks noGrp="1" noChangeAspect="1"/>
          </p:cNvSpPr>
          <p:nvPr>
            <p:ph type="pic" sz="quarter" idx="54" hasCustomPrompt="1"/>
          </p:nvPr>
        </p:nvSpPr>
        <p:spPr>
          <a:xfrm>
            <a:off x="6532027"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69" name="Picture Placeholder 10">
            <a:extLst>
              <a:ext uri="{FF2B5EF4-FFF2-40B4-BE49-F238E27FC236}">
                <a16:creationId xmlns:a16="http://schemas.microsoft.com/office/drawing/2014/main" id="{40572D3B-08EC-27FB-6A1E-C67DB00074BA}"/>
              </a:ext>
            </a:extLst>
          </p:cNvPr>
          <p:cNvSpPr>
            <a:spLocks noGrp="1" noChangeAspect="1"/>
          </p:cNvSpPr>
          <p:nvPr>
            <p:ph type="pic" sz="quarter" idx="55" hasCustomPrompt="1"/>
          </p:nvPr>
        </p:nvSpPr>
        <p:spPr>
          <a:xfrm>
            <a:off x="8313954"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70" name="Picture Placeholder 12">
            <a:extLst>
              <a:ext uri="{FF2B5EF4-FFF2-40B4-BE49-F238E27FC236}">
                <a16:creationId xmlns:a16="http://schemas.microsoft.com/office/drawing/2014/main" id="{D5EF76A9-F22D-ED1F-C0F0-815EF85BAB71}"/>
              </a:ext>
            </a:extLst>
          </p:cNvPr>
          <p:cNvSpPr>
            <a:spLocks noGrp="1" noChangeAspect="1"/>
          </p:cNvSpPr>
          <p:nvPr>
            <p:ph type="pic" sz="quarter" idx="56" hasCustomPrompt="1"/>
          </p:nvPr>
        </p:nvSpPr>
        <p:spPr>
          <a:xfrm>
            <a:off x="10095882" y="3828822"/>
            <a:ext cx="1180800" cy="1180800"/>
          </a:xfrm>
          <a:prstGeom prst="rect">
            <a:avLst/>
          </a:prstGeom>
          <a:solidFill>
            <a:schemeClr val="tx1">
              <a:lumMod val="95000"/>
            </a:schemeClr>
          </a:solidFill>
        </p:spPr>
        <p:txBody>
          <a:bodyPr vert="horz" lIns="0" tIns="0" rIns="0" bIns="0" rtlCol="0" anchor="ctr">
            <a:noAutofit/>
          </a:bodyPr>
          <a:lstStyle>
            <a:lvl1pPr marL="0" indent="0" algn="ctr">
              <a:buNone/>
              <a:defRPr lang="en-US" sz="1400" b="0" i="0" dirty="0">
                <a:solidFill>
                  <a:schemeClr val="bg1"/>
                </a:solidFill>
                <a:latin typeface="Arial" panose="020B0604020202020204" pitchFamily="34" charset="0"/>
              </a:defRPr>
            </a:lvl1pPr>
          </a:lstStyle>
          <a:p>
            <a:pPr lvl="0"/>
            <a:r>
              <a:rPr lang="en-GB"/>
              <a:t>Add profile photo</a:t>
            </a:r>
            <a:endParaRPr lang="en-US"/>
          </a:p>
        </p:txBody>
      </p:sp>
      <p:sp>
        <p:nvSpPr>
          <p:cNvPr id="2" name="Text Placeholder 5">
            <a:extLst>
              <a:ext uri="{FF2B5EF4-FFF2-40B4-BE49-F238E27FC236}">
                <a16:creationId xmlns:a16="http://schemas.microsoft.com/office/drawing/2014/main" id="{CEDE1E1C-A17A-6673-F251-3E95D2B9A949}"/>
              </a:ext>
            </a:extLst>
          </p:cNvPr>
          <p:cNvSpPr>
            <a:spLocks noGrp="1"/>
          </p:cNvSpPr>
          <p:nvPr>
            <p:ph type="body" sz="quarter" idx="40" hasCustomPrompt="1"/>
          </p:nvPr>
        </p:nvSpPr>
        <p:spPr>
          <a:xfrm>
            <a:off x="4751160"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3" name="Text Placeholder 6">
            <a:extLst>
              <a:ext uri="{FF2B5EF4-FFF2-40B4-BE49-F238E27FC236}">
                <a16:creationId xmlns:a16="http://schemas.microsoft.com/office/drawing/2014/main" id="{EEB75AE2-2832-8C3E-9FFF-A5DFC859EF20}"/>
              </a:ext>
            </a:extLst>
          </p:cNvPr>
          <p:cNvSpPr>
            <a:spLocks noGrp="1"/>
          </p:cNvSpPr>
          <p:nvPr>
            <p:ph type="body" sz="quarter" idx="41" hasCustomPrompt="1"/>
          </p:nvPr>
        </p:nvSpPr>
        <p:spPr>
          <a:xfrm>
            <a:off x="6532027"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4" name="Text Placeholder 7">
            <a:extLst>
              <a:ext uri="{FF2B5EF4-FFF2-40B4-BE49-F238E27FC236}">
                <a16:creationId xmlns:a16="http://schemas.microsoft.com/office/drawing/2014/main" id="{89767B47-D047-556C-4306-FDB23A31369B}"/>
              </a:ext>
            </a:extLst>
          </p:cNvPr>
          <p:cNvSpPr>
            <a:spLocks noGrp="1"/>
          </p:cNvSpPr>
          <p:nvPr>
            <p:ph type="body" sz="quarter" idx="43" hasCustomPrompt="1"/>
          </p:nvPr>
        </p:nvSpPr>
        <p:spPr>
          <a:xfrm>
            <a:off x="8313954"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5" name="Text Placeholder 8">
            <a:extLst>
              <a:ext uri="{FF2B5EF4-FFF2-40B4-BE49-F238E27FC236}">
                <a16:creationId xmlns:a16="http://schemas.microsoft.com/office/drawing/2014/main" id="{5FA34033-541B-ACBB-7450-5B6532CB8D0A}"/>
              </a:ext>
            </a:extLst>
          </p:cNvPr>
          <p:cNvSpPr>
            <a:spLocks noGrp="1"/>
          </p:cNvSpPr>
          <p:nvPr>
            <p:ph type="body" sz="quarter" idx="44" hasCustomPrompt="1"/>
          </p:nvPr>
        </p:nvSpPr>
        <p:spPr>
          <a:xfrm>
            <a:off x="10095882" y="269322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6" name="Text Placeholder 5">
            <a:extLst>
              <a:ext uri="{FF2B5EF4-FFF2-40B4-BE49-F238E27FC236}">
                <a16:creationId xmlns:a16="http://schemas.microsoft.com/office/drawing/2014/main" id="{08C7EC0A-DE98-38CE-AFC3-B90030BE5EDC}"/>
              </a:ext>
            </a:extLst>
          </p:cNvPr>
          <p:cNvSpPr>
            <a:spLocks noGrp="1"/>
          </p:cNvSpPr>
          <p:nvPr>
            <p:ph type="body" sz="quarter" idx="57" hasCustomPrompt="1"/>
          </p:nvPr>
        </p:nvSpPr>
        <p:spPr>
          <a:xfrm>
            <a:off x="4751160"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7" name="Text Placeholder 6">
            <a:extLst>
              <a:ext uri="{FF2B5EF4-FFF2-40B4-BE49-F238E27FC236}">
                <a16:creationId xmlns:a16="http://schemas.microsoft.com/office/drawing/2014/main" id="{B90A955C-7D16-1E89-F214-1FE4ABD4D8DF}"/>
              </a:ext>
            </a:extLst>
          </p:cNvPr>
          <p:cNvSpPr>
            <a:spLocks noGrp="1"/>
          </p:cNvSpPr>
          <p:nvPr>
            <p:ph type="body" sz="quarter" idx="58" hasCustomPrompt="1"/>
          </p:nvPr>
        </p:nvSpPr>
        <p:spPr>
          <a:xfrm>
            <a:off x="6532027"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8" name="Text Placeholder 7">
            <a:extLst>
              <a:ext uri="{FF2B5EF4-FFF2-40B4-BE49-F238E27FC236}">
                <a16:creationId xmlns:a16="http://schemas.microsoft.com/office/drawing/2014/main" id="{E2562963-2880-9DF0-CBA4-3B8CB37B8C6B}"/>
              </a:ext>
            </a:extLst>
          </p:cNvPr>
          <p:cNvSpPr>
            <a:spLocks noGrp="1"/>
          </p:cNvSpPr>
          <p:nvPr>
            <p:ph type="body" sz="quarter" idx="59" hasCustomPrompt="1"/>
          </p:nvPr>
        </p:nvSpPr>
        <p:spPr>
          <a:xfrm>
            <a:off x="8313954"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9" name="Text Placeholder 8">
            <a:extLst>
              <a:ext uri="{FF2B5EF4-FFF2-40B4-BE49-F238E27FC236}">
                <a16:creationId xmlns:a16="http://schemas.microsoft.com/office/drawing/2014/main" id="{661BD90B-C753-B163-80B8-1E78E44062C3}"/>
              </a:ext>
            </a:extLst>
          </p:cNvPr>
          <p:cNvSpPr>
            <a:spLocks noGrp="1"/>
          </p:cNvSpPr>
          <p:nvPr>
            <p:ph type="body" sz="quarter" idx="60" hasCustomPrompt="1"/>
          </p:nvPr>
        </p:nvSpPr>
        <p:spPr>
          <a:xfrm>
            <a:off x="10095882" y="5166757"/>
            <a:ext cx="1384618" cy="601303"/>
          </a:xfrm>
          <a:prstGeom prst="rect">
            <a:avLst/>
          </a:prstGeom>
        </p:spPr>
        <p:txBody>
          <a:bodyPr/>
          <a:lstStyle>
            <a:lvl1pPr marL="0" indent="0">
              <a:lnSpc>
                <a:spcPct val="80000"/>
              </a:lnSpc>
              <a:spcAft>
                <a:spcPts val="0"/>
              </a:spcAft>
              <a:buFont typeface="Graphik" panose="020B0604020202020204" pitchFamily="34" charset="0"/>
              <a:buNone/>
              <a:defRPr lang="en-US" sz="1000" b="1" i="0" kern="1200" dirty="0">
                <a:solidFill>
                  <a:schemeClr val="accent2"/>
                </a:solidFill>
                <a:latin typeface="Arial" panose="020B0604020202020204" pitchFamily="34" charset="0"/>
                <a:ea typeface="+mn-ea"/>
                <a:cs typeface="Arial" panose="020B0604020202020204" pitchFamily="34" charset="0"/>
              </a:defRPr>
            </a:lvl1pPr>
            <a:lvl2pPr marL="0" indent="0">
              <a:spcAft>
                <a:spcPts val="800"/>
              </a:spcAft>
              <a:buNone/>
              <a:defRPr lang="en-US" sz="1000" b="0" i="0" kern="1200">
                <a:solidFill>
                  <a:schemeClr val="tx1"/>
                </a:solidFill>
                <a:latin typeface="+mn-lt"/>
                <a:ea typeface="+mn-ea"/>
                <a:cs typeface="Arial" panose="020B0604020202020204" pitchFamily="34" charset="0"/>
              </a:defRPr>
            </a:lvl2pPr>
            <a:lvl3pPr marL="0" indent="0">
              <a:spcAft>
                <a:spcPts val="267"/>
              </a:spcAft>
              <a:buNone/>
              <a:defRPr sz="1200" b="0" i="0">
                <a:solidFill>
                  <a:schemeClr val="tx1"/>
                </a:solidFill>
                <a:latin typeface="Graphik" panose="020B0503030202060203" pitchFamily="34" charset="77"/>
              </a:defRPr>
            </a:lvl3pPr>
            <a:lvl4pPr marL="182875" indent="-182875">
              <a:spcAft>
                <a:spcPts val="267"/>
              </a:spcAft>
              <a:buFont typeface="Graphik" panose="020B0604020202020204" pitchFamily="34" charset="0"/>
              <a:buChar char="•"/>
              <a:defRPr sz="1200" b="0" i="0">
                <a:solidFill>
                  <a:schemeClr val="tx1"/>
                </a:solidFill>
                <a:latin typeface="Graphik" panose="020B0503030202060203" pitchFamily="34" charset="77"/>
              </a:defRPr>
            </a:lvl4pPr>
            <a:lvl5pPr>
              <a:spcAft>
                <a:spcPts val="600"/>
              </a:spcAft>
              <a:defRPr sz="1600"/>
            </a:lvl5pPr>
          </a:lstStyle>
          <a:p>
            <a:pPr marL="0" lvl="0" indent="0" algn="l" defTabSz="228594" rtl="0" eaLnBrk="1" latinLnBrk="0" hangingPunct="1">
              <a:lnSpc>
                <a:spcPct val="80000"/>
              </a:lnSpc>
              <a:spcBef>
                <a:spcPts val="0"/>
              </a:spcBef>
              <a:spcAft>
                <a:spcPts val="0"/>
              </a:spcAft>
              <a:buFont typeface="Graphik" panose="020B0604020202020204" pitchFamily="34" charset="0"/>
              <a:buNone/>
            </a:pPr>
            <a:r>
              <a:rPr lang="en-US"/>
              <a:t>First name</a:t>
            </a:r>
          </a:p>
          <a:p>
            <a:pPr marL="0" lvl="1" indent="0" algn="l" defTabSz="228594" rtl="0" eaLnBrk="1" latinLnBrk="0" hangingPunct="1">
              <a:lnSpc>
                <a:spcPct val="100000"/>
              </a:lnSpc>
              <a:spcBef>
                <a:spcPts val="0"/>
              </a:spcBef>
              <a:spcAft>
                <a:spcPts val="800"/>
              </a:spcAft>
              <a:buClrTx/>
              <a:buFont typeface="Arial" panose="020B0604020202020204" pitchFamily="34" charset="0"/>
              <a:buNone/>
            </a:pPr>
            <a:r>
              <a:rPr lang="en-US"/>
              <a:t>Surname or Role</a:t>
            </a:r>
          </a:p>
        </p:txBody>
      </p:sp>
      <p:sp>
        <p:nvSpPr>
          <p:cNvPr id="11" name="GTS_Purple">
            <a:extLst>
              <a:ext uri="{FF2B5EF4-FFF2-40B4-BE49-F238E27FC236}">
                <a16:creationId xmlns:a16="http://schemas.microsoft.com/office/drawing/2014/main" id="{B69C02E9-D221-652D-E7A0-F40E48E0A738}"/>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7700691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column + image">
    <p:spTree>
      <p:nvGrpSpPr>
        <p:cNvPr id="1" name=""/>
        <p:cNvGrpSpPr/>
        <p:nvPr/>
      </p:nvGrpSpPr>
      <p:grpSpPr>
        <a:xfrm>
          <a:off x="0" y="0"/>
          <a:ext cx="0" cy="0"/>
          <a:chOff x="0" y="0"/>
          <a:chExt cx="0" cy="0"/>
        </a:xfrm>
      </p:grpSpPr>
      <p:sp>
        <p:nvSpPr>
          <p:cNvPr id="8" name="Text Placeholder 14">
            <a:extLst>
              <a:ext uri="{FF2B5EF4-FFF2-40B4-BE49-F238E27FC236}">
                <a16:creationId xmlns:a16="http://schemas.microsoft.com/office/drawing/2014/main" id="{4796047A-AB81-403A-B649-52C6F7827ECF}"/>
              </a:ext>
            </a:extLst>
          </p:cNvPr>
          <p:cNvSpPr>
            <a:spLocks noGrp="1"/>
          </p:cNvSpPr>
          <p:nvPr>
            <p:ph type="body" sz="quarter" idx="15" hasCustomPrompt="1"/>
          </p:nvPr>
        </p:nvSpPr>
        <p:spPr>
          <a:xfrm>
            <a:off x="554567" y="1608762"/>
            <a:ext cx="4684835" cy="469996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549276"/>
            <a:ext cx="5541431" cy="5759454"/>
          </a:xfrm>
          <a:prstGeom prst="rect">
            <a:avLst/>
          </a:prstGeom>
          <a:solidFill>
            <a:schemeClr val="bg1">
              <a:lumMod val="95000"/>
            </a:schemeClr>
          </a:solidFill>
        </p:spPr>
        <p:txBody>
          <a:bodyPr tIns="548640" anchor="t"/>
          <a:lstStyle>
            <a:lvl1pPr marL="0" indent="0" algn="ctr" defTabSz="914377" rtl="0" eaLnBrk="1" latinLnBrk="0" hangingPunct="1">
              <a:lnSpc>
                <a:spcPct val="100000"/>
              </a:lnSpc>
              <a:spcBef>
                <a:spcPts val="0"/>
              </a:spcBef>
              <a:spcAft>
                <a:spcPts val="1200"/>
              </a:spcAft>
              <a:buFont typeface="Graphik" panose="020B0604020202020204" pitchFamily="34" charset="0"/>
              <a:buNone/>
              <a:defRPr lang="en-US" sz="1400" b="0" i="0" kern="1200" dirty="0">
                <a:solidFill>
                  <a:schemeClr val="tx1"/>
                </a:solidFill>
                <a:latin typeface="Arial" panose="020B0604020202020204" pitchFamily="34" charset="0"/>
                <a:ea typeface="+mn-ea"/>
                <a:cs typeface="+mn-cs"/>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GB"/>
              <a:t>Drag picture to placeholder or click icon to add, then ‘Send to Back’</a:t>
            </a:r>
            <a:endParaRPr lang="en-US"/>
          </a:p>
        </p:txBody>
      </p:sp>
      <p:sp>
        <p:nvSpPr>
          <p:cNvPr id="7" name="Title 2">
            <a:extLst>
              <a:ext uri="{FF2B5EF4-FFF2-40B4-BE49-F238E27FC236}">
                <a16:creationId xmlns:a16="http://schemas.microsoft.com/office/drawing/2014/main" id="{A5DA1A25-51CF-5AD1-5E56-0DCBF1E1C695}"/>
              </a:ext>
            </a:extLst>
          </p:cNvPr>
          <p:cNvSpPr>
            <a:spLocks noGrp="1"/>
          </p:cNvSpPr>
          <p:nvPr>
            <p:ph type="title"/>
          </p:nvPr>
        </p:nvSpPr>
        <p:spPr>
          <a:xfrm>
            <a:off x="556467" y="572599"/>
            <a:ext cx="4684836" cy="916835"/>
          </a:xfrm>
        </p:spPr>
        <p:txBody>
          <a:bodyPr/>
          <a:lstStyle/>
          <a:p>
            <a:r>
              <a:rPr lang="en-US"/>
              <a:t>Click to edit Master title style</a:t>
            </a:r>
          </a:p>
        </p:txBody>
      </p:sp>
      <p:sp>
        <p:nvSpPr>
          <p:cNvPr id="9" name="TextBox 8">
            <a:extLst>
              <a:ext uri="{FF2B5EF4-FFF2-40B4-BE49-F238E27FC236}">
                <a16:creationId xmlns:a16="http://schemas.microsoft.com/office/drawing/2014/main" id="{5932412D-AD03-BACB-C691-EC79CDF8A06A}"/>
              </a:ext>
            </a:extLst>
          </p:cNvPr>
          <p:cNvSpPr txBox="1"/>
          <p:nvPr userDrawn="1"/>
        </p:nvSpPr>
        <p:spPr>
          <a:xfrm>
            <a:off x="5618375" y="2686639"/>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646049986"/>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purple">
    <p:bg>
      <p:bgPr>
        <a:solidFill>
          <a:srgbClr val="460073"/>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549275"/>
            <a:ext cx="6007099"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5" name="copyright">
            <a:extLst>
              <a:ext uri="{FF2B5EF4-FFF2-40B4-BE49-F238E27FC236}">
                <a16:creationId xmlns:a16="http://schemas.microsoft.com/office/drawing/2014/main" id="{2474523B-1F34-A604-B640-C5B887005C9D}"/>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28236719-F299-27AE-8104-D07B5280084D}"/>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Title 1">
            <a:extLst>
              <a:ext uri="{FF2B5EF4-FFF2-40B4-BE49-F238E27FC236}">
                <a16:creationId xmlns:a16="http://schemas.microsoft.com/office/drawing/2014/main" id="{0C6C9FFF-540B-B570-4E7C-61946F9149B2}"/>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6" name="Text Placeholder 14">
            <a:extLst>
              <a:ext uri="{FF2B5EF4-FFF2-40B4-BE49-F238E27FC236}">
                <a16:creationId xmlns:a16="http://schemas.microsoft.com/office/drawing/2014/main" id="{45230204-CC18-5C95-0BFC-9C8E11430BC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Tree>
    <p:extLst>
      <p:ext uri="{BB962C8B-B14F-4D97-AF65-F5344CB8AC3E}">
        <p14:creationId xmlns:p14="http://schemas.microsoft.com/office/powerpoint/2010/main" val="20014963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ontent: column + image, dark mode">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 uri="{C183D7F6-B498-43B3-948B-1728B52AA6E4}">
                <adec:decorative xmlns:adec="http://schemas.microsoft.com/office/drawing/2017/decorative" val="1"/>
              </a:ext>
            </a:extLst>
          </p:cNvPr>
          <p:cNvSpPr/>
          <p:nvPr userDrawn="1"/>
        </p:nvSpPr>
        <p:spPr bwMode="white">
          <a:xfrm>
            <a:off x="0" y="6309360"/>
            <a:ext cx="12192000" cy="54864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GTS_WH">
            <a:extLst>
              <a:ext uri="{FF2B5EF4-FFF2-40B4-BE49-F238E27FC236}">
                <a16:creationId xmlns:a16="http://schemas.microsoft.com/office/drawing/2014/main" id="{717D1E3E-BD53-CBF3-62AF-19504EE818A5}"/>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4" name="Picture Placeholder 35">
            <a:extLst>
              <a:ext uri="{FF2B5EF4-FFF2-40B4-BE49-F238E27FC236}">
                <a16:creationId xmlns:a16="http://schemas.microsoft.com/office/drawing/2014/main" id="{E30B0B1B-B70F-0FD3-F9A3-B0EE6C801E7F}"/>
              </a:ext>
            </a:extLst>
          </p:cNvPr>
          <p:cNvSpPr>
            <a:spLocks noGrp="1"/>
          </p:cNvSpPr>
          <p:nvPr>
            <p:ph type="pic" sz="quarter" idx="16" hasCustomPrompt="1"/>
          </p:nvPr>
        </p:nvSpPr>
        <p:spPr>
          <a:xfrm>
            <a:off x="0" y="549275"/>
            <a:ext cx="6007100" cy="5561126"/>
          </a:xfrm>
          <a:prstGeom prst="rect">
            <a:avLst/>
          </a:prstGeom>
          <a:solidFill>
            <a:schemeClr val="tx1">
              <a:lumMod val="95000"/>
            </a:schemeClr>
          </a:solidFill>
        </p:spPr>
        <p:txBody>
          <a:bodyPr lIns="0" tIns="210312" anchor="ctr"/>
          <a:lstStyle>
            <a:lvl1pPr marL="0" indent="0" algn="ctr">
              <a:buNone/>
              <a:defRPr sz="1400" b="0" i="0">
                <a:solidFill>
                  <a:schemeClr val="bg1"/>
                </a:solidFill>
                <a:latin typeface="Arial" panose="020B0604020202020204" pitchFamily="34" charset="0"/>
              </a:defRPr>
            </a:lvl1pPr>
          </a:lstStyle>
          <a:p>
            <a:r>
              <a:rPr lang="en-GB"/>
              <a:t>Drag picture to placeholder or click icon to add</a:t>
            </a:r>
            <a:endParaRPr lang="en-US"/>
          </a:p>
        </p:txBody>
      </p:sp>
      <p:sp>
        <p:nvSpPr>
          <p:cNvPr id="9" name="Title 1">
            <a:extLst>
              <a:ext uri="{FF2B5EF4-FFF2-40B4-BE49-F238E27FC236}">
                <a16:creationId xmlns:a16="http://schemas.microsoft.com/office/drawing/2014/main" id="{EE89B75D-7DDF-ED09-FE69-8B56D6AED919}"/>
              </a:ext>
            </a:extLst>
          </p:cNvPr>
          <p:cNvSpPr>
            <a:spLocks noGrp="1"/>
          </p:cNvSpPr>
          <p:nvPr>
            <p:ph type="title" hasCustomPrompt="1"/>
          </p:nvPr>
        </p:nvSpPr>
        <p:spPr>
          <a:xfrm>
            <a:off x="6533256" y="1354138"/>
            <a:ext cx="4595950" cy="1034129"/>
          </a:xfrm>
          <a:prstGeom prst="rect">
            <a:avLst/>
          </a:prstGeom>
        </p:spPr>
        <p:txBody>
          <a:bodyPr anchor="b"/>
          <a:lstStyle>
            <a:lvl1pPr>
              <a:defRPr sz="4200"/>
            </a:lvl1pPr>
          </a:lstStyle>
          <a:p>
            <a:r>
              <a:rPr lang="en-GB"/>
              <a:t>Click to edit Section title style</a:t>
            </a:r>
            <a:endParaRPr lang="en-US"/>
          </a:p>
        </p:txBody>
      </p:sp>
      <p:sp>
        <p:nvSpPr>
          <p:cNvPr id="5" name="Text Placeholder 14">
            <a:extLst>
              <a:ext uri="{FF2B5EF4-FFF2-40B4-BE49-F238E27FC236}">
                <a16:creationId xmlns:a16="http://schemas.microsoft.com/office/drawing/2014/main" id="{B4655C9C-EA3F-C392-C162-DB5AFB91842A}"/>
              </a:ext>
            </a:extLst>
          </p:cNvPr>
          <p:cNvSpPr>
            <a:spLocks noGrp="1"/>
          </p:cNvSpPr>
          <p:nvPr>
            <p:ph type="body" sz="quarter" idx="15" hasCustomPrompt="1"/>
          </p:nvPr>
        </p:nvSpPr>
        <p:spPr>
          <a:xfrm>
            <a:off x="6533256" y="2662862"/>
            <a:ext cx="4684835" cy="3598238"/>
          </a:xfrm>
          <a:prstGeom prst="rect">
            <a:avLst/>
          </a:prstGeom>
        </p:spPr>
        <p:txBody>
          <a:bodyPr/>
          <a:lstStyle>
            <a:lvl1pPr marL="0" indent="0">
              <a:lnSpc>
                <a:spcPct val="90000"/>
              </a:lnSpc>
              <a:buNone/>
              <a:defRPr sz="1800" b="0" i="0">
                <a:solidFill>
                  <a:schemeClr val="tx1"/>
                </a:solidFill>
                <a:latin typeface="Arial" panose="020B0604020202020204" pitchFamily="34" charset="0"/>
              </a:defRPr>
            </a:lvl1pPr>
            <a:lvl2pPr marL="228594" indent="-228594">
              <a:buFont typeface="Graphik" panose="020B0604020202020204" pitchFamily="34" charset="0"/>
              <a:buChar char="•"/>
              <a:defRPr sz="1200" b="0" i="0">
                <a:latin typeface="Arial" panose="020B0604020202020204" pitchFamily="34" charset="0"/>
              </a:defRPr>
            </a:lvl2pPr>
            <a:lvl3pPr marL="457189">
              <a:buFont typeface="Graphik" panose="020B0503030202060203" pitchFamily="34" charset="0"/>
              <a:buChar char="–"/>
              <a:defRPr sz="1200" b="0" i="0">
                <a:latin typeface="Arial" panose="020B0604020202020204" pitchFamily="34" charset="0"/>
              </a:defRPr>
            </a:lvl3pPr>
            <a:lvl4pPr marL="685783">
              <a:buFont typeface="Graphik" panose="020B0604020202020204" pitchFamily="34" charset="0"/>
              <a:buChar char="•"/>
              <a:defRPr sz="1100" b="0" i="0">
                <a:latin typeface="Arial" panose="020B0604020202020204" pitchFamily="34" charset="0"/>
              </a:defRPr>
            </a:lvl4pPr>
            <a:lvl5pPr marL="914377">
              <a:buFont typeface="Graphik" panose="020B0503030202060203" pitchFamily="34" charset="0"/>
              <a:buChar char="–"/>
              <a:defRPr sz="1100" b="0" i="0">
                <a:latin typeface="Arial" panose="020B0604020202020204" pitchFamily="34" charset="0"/>
              </a:defRPr>
            </a:lvl5pPr>
          </a:lstStyle>
          <a:p>
            <a:pPr lvl="0"/>
            <a:r>
              <a:rPr lang="en-US"/>
              <a:t>Place sub-headline </a:t>
            </a:r>
            <a:r>
              <a:rPr lang="en-GB"/>
              <a:t>here in </a:t>
            </a:r>
            <a:r>
              <a:rPr lang="en-GB" err="1"/>
              <a:t>Arial</a:t>
            </a:r>
            <a:r>
              <a:rPr lang="en-US"/>
              <a:t>, indent for other levels</a:t>
            </a:r>
          </a:p>
          <a:p>
            <a:pPr lvl="1"/>
            <a:r>
              <a:rPr lang="en-US"/>
              <a:t>Second level</a:t>
            </a:r>
          </a:p>
          <a:p>
            <a:pPr lvl="2"/>
            <a:r>
              <a:rPr lang="en-US"/>
              <a:t>Third level bullet</a:t>
            </a:r>
          </a:p>
          <a:p>
            <a:pPr lvl="3"/>
            <a:r>
              <a:rPr lang="en-US"/>
              <a:t>Fourth level bullet</a:t>
            </a:r>
          </a:p>
          <a:p>
            <a:pPr lvl="4"/>
            <a:r>
              <a:rPr lang="en-US"/>
              <a:t>Fifth level bullet</a:t>
            </a:r>
          </a:p>
        </p:txBody>
      </p:sp>
      <p:sp>
        <p:nvSpPr>
          <p:cNvPr id="6" name="copyright">
            <a:extLst>
              <a:ext uri="{FF2B5EF4-FFF2-40B4-BE49-F238E27FC236}">
                <a16:creationId xmlns:a16="http://schemas.microsoft.com/office/drawing/2014/main" id="{71CDECC6-DEE3-D5F7-A7C8-D4473D9F4F71}"/>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rgbClr val="FFFFFF">
                    <a:alpha val="75000"/>
                  </a:srgbClr>
                </a:solidFill>
                <a:latin typeface="Arial" panose="020B0604020202020204" pitchFamily="34" charset="0"/>
              </a:rPr>
              <a:t>Copyright © 2025 Accenture. All rights reserved.</a:t>
            </a:r>
            <a:endParaRPr lang="en-US" sz="1351" b="0" i="0" noProof="0">
              <a:solidFill>
                <a:srgbClr val="FFFFFF">
                  <a:alpha val="75000"/>
                </a:srgb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829128A2-7647-DB1F-6198-C2A2C402A7B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rgbClr val="FFFFFF">
                    <a:alpha val="75000"/>
                  </a:srgb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rgbClr val="FFFFFF">
                  <a:alpha val="75000"/>
                </a:srgbClr>
              </a:solidFill>
              <a:latin typeface="+mj-lt"/>
            </a:endParaRPr>
          </a:p>
        </p:txBody>
      </p:sp>
    </p:spTree>
    <p:extLst>
      <p:ext uri="{BB962C8B-B14F-4D97-AF65-F5344CB8AC3E}">
        <p14:creationId xmlns:p14="http://schemas.microsoft.com/office/powerpoint/2010/main" val="2587473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custom 1">
    <p:spTree>
      <p:nvGrpSpPr>
        <p:cNvPr id="1" name=""/>
        <p:cNvGrpSpPr/>
        <p:nvPr/>
      </p:nvGrpSpPr>
      <p:grpSpPr>
        <a:xfrm>
          <a:off x="0" y="0"/>
          <a:ext cx="0" cy="0"/>
          <a:chOff x="0" y="0"/>
          <a:chExt cx="0" cy="0"/>
        </a:xfrm>
      </p:grpSpPr>
      <p:sp>
        <p:nvSpPr>
          <p:cNvPr id="10" name="Picture Placeholder 18">
            <a:extLst>
              <a:ext uri="{FF2B5EF4-FFF2-40B4-BE49-F238E27FC236}">
                <a16:creationId xmlns:a16="http://schemas.microsoft.com/office/drawing/2014/main" id="{5552C60D-F6B3-15A8-3518-C6B4BC2F4D3B}"/>
              </a:ext>
            </a:extLst>
          </p:cNvPr>
          <p:cNvSpPr>
            <a:spLocks noGrp="1"/>
          </p:cNvSpPr>
          <p:nvPr>
            <p:ph type="pic" sz="quarter" idx="13" hasCustomPrompt="1"/>
          </p:nvPr>
        </p:nvSpPr>
        <p:spPr bwMode="gray">
          <a:xfrm>
            <a:off x="5040827"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2" name="Picture Placeholder 18">
            <a:extLst>
              <a:ext uri="{FF2B5EF4-FFF2-40B4-BE49-F238E27FC236}">
                <a16:creationId xmlns:a16="http://schemas.microsoft.com/office/drawing/2014/main" id="{8BB12B5F-02FD-86E4-33E5-F8118970C9C9}"/>
              </a:ext>
            </a:extLst>
          </p:cNvPr>
          <p:cNvSpPr>
            <a:spLocks noGrp="1"/>
          </p:cNvSpPr>
          <p:nvPr>
            <p:ph type="pic" sz="quarter" idx="34" hasCustomPrompt="1"/>
          </p:nvPr>
        </p:nvSpPr>
        <p:spPr bwMode="gray">
          <a:xfrm>
            <a:off x="8516471" y="3650689"/>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18" name="Picture Placeholder 18">
            <a:extLst>
              <a:ext uri="{FF2B5EF4-FFF2-40B4-BE49-F238E27FC236}">
                <a16:creationId xmlns:a16="http://schemas.microsoft.com/office/drawing/2014/main" id="{D9945356-3D82-526D-F3EC-EF9A544BCDC7}"/>
              </a:ext>
            </a:extLst>
          </p:cNvPr>
          <p:cNvSpPr>
            <a:spLocks noGrp="1"/>
          </p:cNvSpPr>
          <p:nvPr>
            <p:ph type="pic" sz="quarter" idx="36" hasCustomPrompt="1"/>
          </p:nvPr>
        </p:nvSpPr>
        <p:spPr bwMode="gray">
          <a:xfrm>
            <a:off x="5040827"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0" name="Picture Placeholder 18">
            <a:extLst>
              <a:ext uri="{FF2B5EF4-FFF2-40B4-BE49-F238E27FC236}">
                <a16:creationId xmlns:a16="http://schemas.microsoft.com/office/drawing/2014/main" id="{043D01E8-2D14-8582-D392-AC17CD2A4198}"/>
              </a:ext>
            </a:extLst>
          </p:cNvPr>
          <p:cNvSpPr>
            <a:spLocks noGrp="1"/>
          </p:cNvSpPr>
          <p:nvPr>
            <p:ph type="pic" sz="quarter" idx="38" hasCustomPrompt="1"/>
          </p:nvPr>
        </p:nvSpPr>
        <p:spPr bwMode="gray">
          <a:xfrm>
            <a:off x="8516471" y="554497"/>
            <a:ext cx="3110068" cy="1524000"/>
          </a:xfrm>
          <a:prstGeom prst="rect">
            <a:avLst/>
          </a:prstGeom>
          <a:solidFill>
            <a:schemeClr val="bg1">
              <a:lumMod val="95000"/>
            </a:schemeClr>
          </a:solidFill>
          <a:effectLst/>
        </p:spPr>
        <p:txBody>
          <a:bodyPr lIns="180000" tIns="180000" rIns="180000" bIns="1800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21" name="Title 1">
            <a:extLst>
              <a:ext uri="{FF2B5EF4-FFF2-40B4-BE49-F238E27FC236}">
                <a16:creationId xmlns:a16="http://schemas.microsoft.com/office/drawing/2014/main" id="{9BDC0A4D-E346-3CCE-788C-9669BEFC9B76}"/>
              </a:ext>
            </a:extLst>
          </p:cNvPr>
          <p:cNvSpPr>
            <a:spLocks noGrp="1"/>
          </p:cNvSpPr>
          <p:nvPr>
            <p:ph type="title" hasCustomPrompt="1"/>
          </p:nvPr>
        </p:nvSpPr>
        <p:spPr>
          <a:xfrm>
            <a:off x="554569" y="1351442"/>
            <a:ext cx="4118519" cy="1772793"/>
          </a:xfrm>
          <a:prstGeom prst="rect">
            <a:avLst/>
          </a:prstGeom>
        </p:spPr>
        <p:txBody>
          <a:bodyPr anchor="b"/>
          <a:lstStyle>
            <a:lvl1pPr>
              <a:defRPr sz="4800"/>
            </a:lvl1pPr>
          </a:lstStyle>
          <a:p>
            <a:r>
              <a:rPr lang="en-US"/>
              <a:t>Click to edit Section title style</a:t>
            </a:r>
          </a:p>
        </p:txBody>
      </p:sp>
      <p:sp>
        <p:nvSpPr>
          <p:cNvPr id="6" name="Text Placeholder 5">
            <a:extLst>
              <a:ext uri="{FF2B5EF4-FFF2-40B4-BE49-F238E27FC236}">
                <a16:creationId xmlns:a16="http://schemas.microsoft.com/office/drawing/2014/main" id="{C4602F9E-5DF1-F42B-7D21-8791F0ABAE8F}"/>
              </a:ext>
            </a:extLst>
          </p:cNvPr>
          <p:cNvSpPr>
            <a:spLocks noGrp="1"/>
          </p:cNvSpPr>
          <p:nvPr>
            <p:ph type="body" sz="quarter" idx="39"/>
          </p:nvPr>
        </p:nvSpPr>
        <p:spPr>
          <a:xfrm>
            <a:off x="5068197"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7" name="Text Placeholder 5">
            <a:extLst>
              <a:ext uri="{FF2B5EF4-FFF2-40B4-BE49-F238E27FC236}">
                <a16:creationId xmlns:a16="http://schemas.microsoft.com/office/drawing/2014/main" id="{B286CD00-6CFB-20C2-A09E-D720E0360520}"/>
              </a:ext>
            </a:extLst>
          </p:cNvPr>
          <p:cNvSpPr>
            <a:spLocks noGrp="1"/>
          </p:cNvSpPr>
          <p:nvPr>
            <p:ph type="body" sz="quarter" idx="40"/>
          </p:nvPr>
        </p:nvSpPr>
        <p:spPr>
          <a:xfrm>
            <a:off x="8516471" y="2302697"/>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8" name="Text Placeholder 5">
            <a:extLst>
              <a:ext uri="{FF2B5EF4-FFF2-40B4-BE49-F238E27FC236}">
                <a16:creationId xmlns:a16="http://schemas.microsoft.com/office/drawing/2014/main" id="{0C3EB0FF-A89F-1F16-2674-8CA149E690B3}"/>
              </a:ext>
            </a:extLst>
          </p:cNvPr>
          <p:cNvSpPr>
            <a:spLocks noGrp="1"/>
          </p:cNvSpPr>
          <p:nvPr>
            <p:ph type="body" sz="quarter" idx="41"/>
          </p:nvPr>
        </p:nvSpPr>
        <p:spPr>
          <a:xfrm>
            <a:off x="5068197"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
        <p:nvSpPr>
          <p:cNvPr id="13" name="Text Placeholder 5">
            <a:extLst>
              <a:ext uri="{FF2B5EF4-FFF2-40B4-BE49-F238E27FC236}">
                <a16:creationId xmlns:a16="http://schemas.microsoft.com/office/drawing/2014/main" id="{2CFC039C-2FE3-6F68-1711-363159A29E21}"/>
              </a:ext>
            </a:extLst>
          </p:cNvPr>
          <p:cNvSpPr>
            <a:spLocks noGrp="1"/>
          </p:cNvSpPr>
          <p:nvPr>
            <p:ph type="body" sz="quarter" idx="42"/>
          </p:nvPr>
        </p:nvSpPr>
        <p:spPr>
          <a:xfrm>
            <a:off x="8516471" y="5404111"/>
            <a:ext cx="3082698" cy="904614"/>
          </a:xfrm>
        </p:spPr>
        <p:txBody>
          <a:bodyPr/>
          <a:lstStyle>
            <a:lvl1pPr>
              <a:defRPr>
                <a:solidFill>
                  <a:schemeClr val="bg2"/>
                </a:solidFill>
                <a:latin typeface="Arial" panose="020B0604020202020204" pitchFamily="34" charset="0"/>
                <a:cs typeface="Arial" panose="020B0604020202020204" pitchFamily="34" charset="0"/>
              </a:defRPr>
            </a:lvl1pPr>
            <a:lvl2pPr marL="0" indent="0">
              <a:buNone/>
              <a:defRPr>
                <a:latin typeface="Arial" panose="020B0604020202020204" pitchFamily="34" charset="0"/>
                <a:cs typeface="Arial" panose="020B0604020202020204" pitchFamily="34" charset="0"/>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3037627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statistics + image, light and purple">
    <p:bg>
      <p:bgRef idx="1001">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292575" cy="984885"/>
          </a:xfrm>
          <a:prstGeom prst="rect">
            <a:avLst/>
          </a:prstGeom>
        </p:spPr>
        <p:txBody>
          <a:bodyPr anchor="ctr"/>
          <a:lstStyle>
            <a:lvl1pPr>
              <a:defRPr sz="4000"/>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76" y="0"/>
            <a:ext cx="3048024" cy="3089456"/>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5" y="319269"/>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0E13751C-7DFF-BC74-C2E3-F873D7210D7F}"/>
              </a:ext>
            </a:extLst>
          </p:cNvPr>
          <p:cNvSpPr>
            <a:spLocks noGrp="1"/>
          </p:cNvSpPr>
          <p:nvPr>
            <p:ph type="body" sz="quarter" idx="32"/>
          </p:nvPr>
        </p:nvSpPr>
        <p:spPr>
          <a:xfrm>
            <a:off x="9525004"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0" y="3089456"/>
            <a:ext cx="3048000" cy="3039884"/>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89456"/>
            <a:ext cx="3047968" cy="3039884"/>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solidFill>
                <a:srgbClr val="FFFFFF"/>
              </a:solidFill>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7" name="Text Placeholder 6">
            <a:extLst>
              <a:ext uri="{FF2B5EF4-FFF2-40B4-BE49-F238E27FC236}">
                <a16:creationId xmlns:a16="http://schemas.microsoft.com/office/drawing/2014/main" id="{177CEAEA-C612-CFB5-8548-FA7A606FA780}"/>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C15EB609-6106-F616-161A-9233408C6233}"/>
              </a:ext>
            </a:extLst>
          </p:cNvPr>
          <p:cNvSpPr>
            <a:spLocks noGrp="1"/>
          </p:cNvSpPr>
          <p:nvPr>
            <p:ph type="body" sz="quarter" idx="29"/>
          </p:nvPr>
        </p:nvSpPr>
        <p:spPr>
          <a:xfrm>
            <a:off x="6476916"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89456"/>
            <a:ext cx="3047944" cy="30398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8DB439E6-E715-1347-EEE3-DF2D5F246A0B}"/>
              </a:ext>
            </a:extLst>
          </p:cNvPr>
          <p:cNvSpPr>
            <a:spLocks noGrp="1"/>
          </p:cNvSpPr>
          <p:nvPr>
            <p:ph type="body" sz="quarter" idx="31"/>
          </p:nvPr>
        </p:nvSpPr>
        <p:spPr>
          <a:xfrm>
            <a:off x="9525004"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Bottom tag">
            <a:extLst>
              <a:ext uri="{FF2B5EF4-FFF2-40B4-BE49-F238E27FC236}">
                <a16:creationId xmlns:a16="http://schemas.microsoft.com/office/drawing/2014/main" id="{F77F3A03-358C-60D3-DCF9-8A5F831189BE}"/>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2" name="GTS_WH">
            <a:extLst>
              <a:ext uri="{FF2B5EF4-FFF2-40B4-BE49-F238E27FC236}">
                <a16:creationId xmlns:a16="http://schemas.microsoft.com/office/drawing/2014/main" id="{DBC74FCB-98B7-4709-AC5F-5575E6BA21E2}"/>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281AFB62-DF00-C781-B194-BA35B5F26EDD}"/>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5A95B4E2-055A-BEE2-36E8-45DD70D13404}"/>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2505579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ontent: statistics + image, dark and purple">
    <p:bg>
      <p:bgPr>
        <a:solidFill>
          <a:srgbClr val="0000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B918B6-32FF-4857-A645-C1032AFAEF62}"/>
              </a:ext>
            </a:extLst>
          </p:cNvPr>
          <p:cNvSpPr>
            <a:spLocks noGrp="1"/>
          </p:cNvSpPr>
          <p:nvPr>
            <p:ph type="title" hasCustomPrompt="1"/>
          </p:nvPr>
        </p:nvSpPr>
        <p:spPr>
          <a:xfrm>
            <a:off x="561601" y="1085532"/>
            <a:ext cx="5312727" cy="984885"/>
          </a:xfrm>
          <a:prstGeom prst="rect">
            <a:avLst/>
          </a:prstGeom>
        </p:spPr>
        <p:txBody>
          <a:bodyPr anchor="ctr"/>
          <a:lstStyle>
            <a:lvl1pPr>
              <a:defRPr sz="4000">
                <a:solidFill>
                  <a:srgbClr val="FFFFFF"/>
                </a:solidFill>
              </a:defRPr>
            </a:lvl1pPr>
          </a:lstStyle>
          <a:p>
            <a:r>
              <a:rPr lang="en-US"/>
              <a:t>Place headline in </a:t>
            </a:r>
            <a:r>
              <a:rPr lang="en-US" err="1"/>
              <a:t>Arial</a:t>
            </a:r>
            <a:r>
              <a:rPr lang="en-US"/>
              <a:t> bold</a:t>
            </a:r>
          </a:p>
        </p:txBody>
      </p:sp>
      <p:sp>
        <p:nvSpPr>
          <p:cNvPr id="38" name="Picture Placeholder 3">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6032" y="-1"/>
            <a:ext cx="3048024" cy="3074023"/>
          </a:xfrm>
          <a:prstGeom prst="rect">
            <a:avLst/>
          </a:prstGeom>
          <a:solidFill>
            <a:schemeClr val="bg1">
              <a:lumMod val="95000"/>
            </a:schemeClr>
          </a:solidFill>
        </p:spPr>
        <p:txBody>
          <a:bodyPr tIns="274320" anchor="ctr"/>
          <a:lstStyle>
            <a:lvl1pPr marL="0" indent="0" algn="ctr">
              <a:buNone/>
              <a:defRPr sz="1400" b="0" i="0">
                <a:solidFill>
                  <a:schemeClr val="tx1"/>
                </a:solidFill>
                <a:latin typeface="Arial" panose="020B0604020202020204" pitchFamily="34" charset="0"/>
              </a:defRPr>
            </a:lvl1pPr>
          </a:lstStyle>
          <a:p>
            <a:r>
              <a:rPr lang="en-GB"/>
              <a:t>Drag picture to placeholder </a:t>
            </a:r>
          </a:p>
          <a:p>
            <a:r>
              <a:rPr lang="en-GB"/>
              <a:t>or click icon to add</a:t>
            </a:r>
            <a:endParaRPr lang="en-US"/>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10" y="303835"/>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10" name="Text Placeholder 6">
            <a:extLst>
              <a:ext uri="{FF2B5EF4-FFF2-40B4-BE49-F238E27FC236}">
                <a16:creationId xmlns:a16="http://schemas.microsoft.com/office/drawing/2014/main" id="{202CA0A6-65B9-D658-1AEC-00085854F84B}"/>
              </a:ext>
            </a:extLst>
          </p:cNvPr>
          <p:cNvSpPr>
            <a:spLocks noGrp="1"/>
          </p:cNvSpPr>
          <p:nvPr>
            <p:ph type="body" sz="quarter" idx="32"/>
          </p:nvPr>
        </p:nvSpPr>
        <p:spPr>
          <a:xfrm>
            <a:off x="9525004"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6">
            <a:extLst>
              <a:ext uri="{FF2B5EF4-FFF2-40B4-BE49-F238E27FC236}">
                <a16:creationId xmlns:a16="http://schemas.microsoft.com/office/drawing/2014/main" id="{4CA191CE-F49B-4889-A102-DDD1279F3FB2}"/>
              </a:ext>
            </a:extLst>
          </p:cNvPr>
          <p:cNvSpPr>
            <a:spLocks noGrp="1"/>
          </p:cNvSpPr>
          <p:nvPr>
            <p:ph type="pic" sz="quarter" idx="23" hasCustomPrompt="1"/>
          </p:nvPr>
        </p:nvSpPr>
        <p:spPr bwMode="gray">
          <a:xfrm>
            <a:off x="56" y="3074022"/>
            <a:ext cx="3048000" cy="3055316"/>
          </a:xfrm>
          <a:prstGeom prst="rect">
            <a:avLst/>
          </a:prstGeom>
          <a:solidFill>
            <a:schemeClr val="bg1">
              <a:lumMod val="95000"/>
            </a:schemeClr>
          </a:solidFill>
        </p:spPr>
        <p:txBody>
          <a:bodyPr vert="horz" lIns="0" tIns="274320" rIns="0" bIns="0" rtlCol="0" anchor="ctr">
            <a:noAutofit/>
          </a:bodyPr>
          <a:lstStyle>
            <a:lvl1pPr marL="0" indent="0" algn="ctr">
              <a:buNone/>
              <a:defRPr lang="en-US" sz="1400" b="0" i="0" dirty="0">
                <a:latin typeface="Arial" panose="020B0604020202020204" pitchFamily="34" charset="0"/>
              </a:defRPr>
            </a:lvl1pPr>
          </a:lstStyle>
          <a:p>
            <a:pPr marL="228594" lvl="0" indent="-228594" algn="ctr"/>
            <a:r>
              <a:rPr lang="en-GB"/>
              <a:t>Drag picture to placeholder </a:t>
            </a:r>
          </a:p>
          <a:p>
            <a:pPr marL="228594" lvl="0" indent="-228594" algn="ctr"/>
            <a:r>
              <a:rPr lang="en-GB"/>
              <a:t>or click icon to add</a:t>
            </a:r>
            <a:endParaRPr lang="en-US"/>
          </a:p>
        </p:txBody>
      </p:sp>
      <p:sp>
        <p:nvSpPr>
          <p:cNvPr id="8" name="Rectangle 7">
            <a:extLst>
              <a:ext uri="{FF2B5EF4-FFF2-40B4-BE49-F238E27FC236}">
                <a16:creationId xmlns:a16="http://schemas.microsoft.com/office/drawing/2014/main" id="{3D16F949-3472-4EBC-9DC1-05EC807C9FC0}"/>
              </a:ext>
              <a:ext uri="{C183D7F6-B498-43B3-948B-1728B52AA6E4}">
                <adec:decorative xmlns:adec="http://schemas.microsoft.com/office/drawing/2017/decorative" val="1"/>
              </a:ext>
            </a:extLst>
          </p:cNvPr>
          <p:cNvSpPr/>
          <p:nvPr userDrawn="1"/>
        </p:nvSpPr>
        <p:spPr bwMode="white">
          <a:xfrm>
            <a:off x="3048000" y="3074022"/>
            <a:ext cx="3047968"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48" name="Text Placeholder 7">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9" y="3384433"/>
            <a:ext cx="2285996" cy="912223"/>
          </a:xfrm>
          <a:prstGeom prst="rect">
            <a:avLst/>
          </a:prstGeom>
        </p:spPr>
        <p:txBody>
          <a:bodyPr anchor="ctr"/>
          <a:lstStyle>
            <a:lvl1pPr marL="0" indent="0">
              <a:buNone/>
              <a:defRPr lang="en-US" sz="5333" b="1" i="0" kern="1200" dirty="0">
                <a:solidFill>
                  <a:schemeClr val="bg1"/>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 name="Text Placeholder 6">
            <a:extLst>
              <a:ext uri="{FF2B5EF4-FFF2-40B4-BE49-F238E27FC236}">
                <a16:creationId xmlns:a16="http://schemas.microsoft.com/office/drawing/2014/main" id="{DFC923C6-9E63-5C37-D6CE-0C0C7F31BA14}"/>
              </a:ext>
            </a:extLst>
          </p:cNvPr>
          <p:cNvSpPr>
            <a:spLocks noGrp="1"/>
          </p:cNvSpPr>
          <p:nvPr>
            <p:ph type="body" sz="quarter" idx="30"/>
          </p:nvPr>
        </p:nvSpPr>
        <p:spPr>
          <a:xfrm>
            <a:off x="3428948"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0" name="Text Placeholder 9">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9" y="3384433"/>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 name="Text Placeholder 6">
            <a:extLst>
              <a:ext uri="{FF2B5EF4-FFF2-40B4-BE49-F238E27FC236}">
                <a16:creationId xmlns:a16="http://schemas.microsoft.com/office/drawing/2014/main" id="{8E3ED24E-CC9B-F99D-ABD2-271CAAC31C78}"/>
              </a:ext>
            </a:extLst>
          </p:cNvPr>
          <p:cNvSpPr>
            <a:spLocks noGrp="1"/>
          </p:cNvSpPr>
          <p:nvPr>
            <p:ph type="body" sz="quarter" idx="29"/>
          </p:nvPr>
        </p:nvSpPr>
        <p:spPr>
          <a:xfrm>
            <a:off x="6476916"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Rectangle 28">
            <a:extLst>
              <a:ext uri="{FF2B5EF4-FFF2-40B4-BE49-F238E27FC236}">
                <a16:creationId xmlns:a16="http://schemas.microsoft.com/office/drawing/2014/main" id="{F2E53630-789F-425F-8AB1-96EFF4EA1E46}"/>
              </a:ext>
              <a:ext uri="{C183D7F6-B498-43B3-948B-1728B52AA6E4}">
                <adec:decorative xmlns:adec="http://schemas.microsoft.com/office/drawing/2017/decorative" val="1"/>
              </a:ext>
            </a:extLst>
          </p:cNvPr>
          <p:cNvSpPr/>
          <p:nvPr userDrawn="1"/>
        </p:nvSpPr>
        <p:spPr bwMode="white">
          <a:xfrm>
            <a:off x="9144056" y="3074022"/>
            <a:ext cx="3047944" cy="3055316"/>
          </a:xfrm>
          <a:prstGeom prst="rect">
            <a:avLst/>
          </a:prstGeom>
          <a:solidFill>
            <a:srgbClr val="4600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351" b="0" i="0">
              <a:latin typeface="Arial" panose="020B0604020202020204" pitchFamily="34" charset="0"/>
            </a:endParaRPr>
          </a:p>
        </p:txBody>
      </p:sp>
      <p:sp>
        <p:nvSpPr>
          <p:cNvPr id="24" name="Text Placeholder 11">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5" y="3384433"/>
            <a:ext cx="2285996" cy="912223"/>
          </a:xfrm>
          <a:prstGeom prst="rect">
            <a:avLst/>
          </a:prstGeom>
        </p:spPr>
        <p:txBody>
          <a:bodyPr anchor="ctr"/>
          <a:lstStyle>
            <a:lvl1pPr marL="0" indent="0">
              <a:buNone/>
              <a:defRPr lang="en-US" sz="5333" b="1" i="0" kern="1200" dirty="0">
                <a:solidFill>
                  <a:srgbClr val="FFFFFF"/>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9" name="Text Placeholder 6">
            <a:extLst>
              <a:ext uri="{FF2B5EF4-FFF2-40B4-BE49-F238E27FC236}">
                <a16:creationId xmlns:a16="http://schemas.microsoft.com/office/drawing/2014/main" id="{AB939A4D-3841-382E-4112-16375BBF9CD7}"/>
              </a:ext>
            </a:extLst>
          </p:cNvPr>
          <p:cNvSpPr>
            <a:spLocks noGrp="1"/>
          </p:cNvSpPr>
          <p:nvPr>
            <p:ph type="body" sz="quarter" idx="31"/>
          </p:nvPr>
        </p:nvSpPr>
        <p:spPr>
          <a:xfrm>
            <a:off x="9525004"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GTS_WH">
            <a:extLst>
              <a:ext uri="{FF2B5EF4-FFF2-40B4-BE49-F238E27FC236}">
                <a16:creationId xmlns:a16="http://schemas.microsoft.com/office/drawing/2014/main" id="{E60B30CA-91CE-53D4-4E41-25E962661ED8}"/>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
        <p:nvSpPr>
          <p:cNvPr id="12" name="copyright">
            <a:extLst>
              <a:ext uri="{FF2B5EF4-FFF2-40B4-BE49-F238E27FC236}">
                <a16:creationId xmlns:a16="http://schemas.microsoft.com/office/drawing/2014/main" id="{C6DCEC7C-94EF-9488-4BC9-3AC6108281E8}"/>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13" name="slide number automatic">
            <a:extLst>
              <a:ext uri="{FF2B5EF4-FFF2-40B4-BE49-F238E27FC236}">
                <a16:creationId xmlns:a16="http://schemas.microsoft.com/office/drawing/2014/main" id="{DFF01EE3-5EDD-45BD-F1D7-076E2C959DD2}"/>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Tree>
    <p:extLst>
      <p:ext uri="{BB962C8B-B14F-4D97-AF65-F5344CB8AC3E}">
        <p14:creationId xmlns:p14="http://schemas.microsoft.com/office/powerpoint/2010/main" val="12586982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light mode">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35FC628-50A5-B1A6-05ED-725C3D17E4E2}"/>
              </a:ext>
            </a:extLst>
          </p:cNvPr>
          <p:cNvSpPr>
            <a:spLocks noGrp="1"/>
          </p:cNvSpPr>
          <p:nvPr>
            <p:ph type="title" hasCustomPrompt="1"/>
          </p:nvPr>
        </p:nvSpPr>
        <p:spPr>
          <a:xfrm>
            <a:off x="565461" y="472551"/>
            <a:ext cx="2285996" cy="820674"/>
          </a:xfrm>
        </p:spPr>
        <p:txBody>
          <a:bodyPr tIns="0" anchor="ctr">
            <a:spAutoFit/>
          </a:bodyPr>
          <a:lstStyle>
            <a:lvl1pPr marL="0" indent="0">
              <a:defRPr lang="en-US" sz="5333" b="1" i="0" kern="1200" dirty="0">
                <a:solidFill>
                  <a:schemeClr val="bg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bg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6">
            <a:extLst>
              <a:ext uri="{FF2B5EF4-FFF2-40B4-BE49-F238E27FC236}">
                <a16:creationId xmlns:a16="http://schemas.microsoft.com/office/drawing/2014/main" id="{23FAE69D-63C7-3796-16D2-0EA82AB27669}"/>
              </a:ext>
            </a:extLst>
          </p:cNvPr>
          <p:cNvSpPr>
            <a:spLocks noGrp="1"/>
          </p:cNvSpPr>
          <p:nvPr>
            <p:ph type="body" sz="quarter" idx="29"/>
          </p:nvPr>
        </p:nvSpPr>
        <p:spPr>
          <a:xfrm>
            <a:off x="3428995"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970BA5E-9C63-BA7D-B45C-5186452F2409}"/>
              </a:ext>
            </a:extLst>
          </p:cNvPr>
          <p:cNvSpPr>
            <a:spLocks noGrp="1"/>
          </p:cNvSpPr>
          <p:nvPr>
            <p:ph type="body" sz="quarter" idx="30"/>
          </p:nvPr>
        </p:nvSpPr>
        <p:spPr>
          <a:xfrm>
            <a:off x="571503" y="4508500"/>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9A7B63BD-36F9-7F57-E2CF-44D615E0F874}"/>
              </a:ext>
            </a:extLst>
          </p:cNvPr>
          <p:cNvSpPr>
            <a:spLocks noGrp="1"/>
          </p:cNvSpPr>
          <p:nvPr>
            <p:ph type="body" sz="quarter" idx="31"/>
          </p:nvPr>
        </p:nvSpPr>
        <p:spPr>
          <a:xfrm>
            <a:off x="3428995"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8DC27019-ACF1-C483-EFEB-3CC77DD9EFCA}"/>
              </a:ext>
            </a:extLst>
          </p:cNvPr>
          <p:cNvSpPr>
            <a:spLocks noGrp="1"/>
          </p:cNvSpPr>
          <p:nvPr>
            <p:ph type="body" sz="quarter" idx="32"/>
          </p:nvPr>
        </p:nvSpPr>
        <p:spPr>
          <a:xfrm>
            <a:off x="571503" y="1472692"/>
            <a:ext cx="2286000" cy="1439333"/>
          </a:xfrm>
        </p:spPr>
        <p:txBody>
          <a:bodyPr/>
          <a:lstStyle>
            <a:lvl1pPr>
              <a:spcAft>
                <a:spcPts val="600"/>
              </a:spcAft>
              <a:defRPr sz="1800" i="0">
                <a:latin typeface="Arial" panose="020B0604020202020204" pitchFamily="34" charset="0"/>
                <a:cs typeface="Arial" panose="020B0604020202020204" pitchFamily="34" charset="0"/>
              </a:defRPr>
            </a:lvl1pPr>
            <a:lvl2pPr marL="0" indent="0">
              <a:spcAft>
                <a:spcPts val="600"/>
              </a:spcAft>
              <a:buNone/>
              <a:defRPr sz="1200">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3pPr>
            <a:lvl4pPr marL="230394" indent="-230394">
              <a:spcAft>
                <a:spcPts val="600"/>
              </a:spcAft>
              <a:defRPr sz="1200">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35">
            <a:extLst>
              <a:ext uri="{FF2B5EF4-FFF2-40B4-BE49-F238E27FC236}">
                <a16:creationId xmlns:a16="http://schemas.microsoft.com/office/drawing/2014/main" id="{EF1A1C24-C0B7-DF19-B492-C0ED29CE9AF6}"/>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sp>
        <p:nvSpPr>
          <p:cNvPr id="4" name="Bottom tag">
            <a:extLst>
              <a:ext uri="{FF2B5EF4-FFF2-40B4-BE49-F238E27FC236}">
                <a16:creationId xmlns:a16="http://schemas.microsoft.com/office/drawing/2014/main" id="{5F2E67CA-5DA7-3CD1-C175-808A139DD240}"/>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2" name="copyright">
            <a:extLst>
              <a:ext uri="{FF2B5EF4-FFF2-40B4-BE49-F238E27FC236}">
                <a16:creationId xmlns:a16="http://schemas.microsoft.com/office/drawing/2014/main" id="{B51A4FC9-6DF5-ABE3-94E1-8598B7A527EA}"/>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5" name="slide number automatic">
            <a:extLst>
              <a:ext uri="{FF2B5EF4-FFF2-40B4-BE49-F238E27FC236}">
                <a16:creationId xmlns:a16="http://schemas.microsoft.com/office/drawing/2014/main" id="{C826E34F-821D-D174-AEA1-2830AED1A7A3}"/>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3" name="GTS_WH">
            <a:extLst>
              <a:ext uri="{FF2B5EF4-FFF2-40B4-BE49-F238E27FC236}">
                <a16:creationId xmlns:a16="http://schemas.microsoft.com/office/drawing/2014/main" id="{8F51FE85-6E94-3AD8-FB82-A8BAB773D784}"/>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17919008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Content: statistics dark  mode">
    <p:bg>
      <p:bgPr>
        <a:solidFill>
          <a:srgbClr val="000000"/>
        </a:solidFill>
        <a:effectLst/>
      </p:bgPr>
    </p:bg>
    <p:spTree>
      <p:nvGrpSpPr>
        <p:cNvPr id="1" name=""/>
        <p:cNvGrpSpPr/>
        <p:nvPr/>
      </p:nvGrpSpPr>
      <p:grpSpPr>
        <a:xfrm>
          <a:off x="0" y="0"/>
          <a:ext cx="0" cy="0"/>
          <a:chOff x="0" y="0"/>
          <a:chExt cx="0" cy="0"/>
        </a:xfrm>
      </p:grpSpPr>
      <p:sp>
        <p:nvSpPr>
          <p:cNvPr id="8" name="Title 5">
            <a:extLst>
              <a:ext uri="{FF2B5EF4-FFF2-40B4-BE49-F238E27FC236}">
                <a16:creationId xmlns:a16="http://schemas.microsoft.com/office/drawing/2014/main" id="{0CDE8D91-A0EC-6264-EF38-70D72735562D}"/>
              </a:ext>
            </a:extLst>
          </p:cNvPr>
          <p:cNvSpPr>
            <a:spLocks noGrp="1"/>
          </p:cNvSpPr>
          <p:nvPr>
            <p:ph type="title" hasCustomPrompt="1"/>
          </p:nvPr>
        </p:nvSpPr>
        <p:spPr>
          <a:xfrm>
            <a:off x="565461" y="397304"/>
            <a:ext cx="2285996" cy="910593"/>
          </a:xfrm>
        </p:spPr>
        <p:txBody>
          <a:bodyPr anchor="ctr">
            <a:noAutofit/>
          </a:bodyPr>
          <a:lstStyle>
            <a:lvl1pPr marL="0" indent="0">
              <a:defRPr lang="en-US" sz="5333" b="1" i="0" kern="1200" dirty="0">
                <a:solidFill>
                  <a:schemeClr val="accent2"/>
                </a:solidFill>
                <a:latin typeface="Arial" panose="020B0604020202020204" pitchFamily="34" charset="0"/>
                <a:ea typeface="+mn-ea"/>
                <a:cs typeface="+mn-cs"/>
              </a:defRPr>
            </a:lvl1pPr>
          </a:lstStyle>
          <a:p>
            <a:pPr marL="228594" lvl="0" indent="-228594" algn="l" defTabSz="914377" rtl="0" eaLnBrk="1" latinLnBrk="0" hangingPunct="1">
              <a:lnSpc>
                <a:spcPct val="100000"/>
              </a:lnSpc>
              <a:spcBef>
                <a:spcPts val="0"/>
              </a:spcBef>
              <a:spcAft>
                <a:spcPts val="1200"/>
              </a:spcAft>
              <a:buFont typeface="Arial" panose="020B0604020202020204" pitchFamily="34" charset="0"/>
              <a:buNone/>
            </a:pPr>
            <a:r>
              <a:rPr lang="en-US"/>
              <a:t>00x</a:t>
            </a:r>
          </a:p>
        </p:txBody>
      </p:sp>
      <p:sp>
        <p:nvSpPr>
          <p:cNvPr id="46" name="Text Placeholder 4">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5" y="381002"/>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48" name="Text Placeholder 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571503"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50" name="Text Placeholder 8">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5" y="3398051"/>
            <a:ext cx="2285996" cy="912223"/>
          </a:xfrm>
          <a:prstGeom prst="rect">
            <a:avLst/>
          </a:prstGeom>
        </p:spPr>
        <p:txBody>
          <a:bodyPr anchor="ctr"/>
          <a:lstStyle>
            <a:lvl1pPr marL="0" indent="0">
              <a:buNone/>
              <a:defRPr lang="en-US" sz="5333" b="1" i="0" kern="1200" dirty="0">
                <a:solidFill>
                  <a:schemeClr val="accent2"/>
                </a:solidFill>
                <a:latin typeface="Arial" panose="020B0604020202020204" pitchFamily="34" charset="0"/>
                <a:ea typeface="+mn-ea"/>
                <a:cs typeface="+mn-cs"/>
              </a:defRPr>
            </a:lvl1pPr>
            <a:lvl2pPr>
              <a:defRPr/>
            </a:lvl2pPr>
            <a:lvl3pPr>
              <a:defRPr/>
            </a:lvl3pPr>
            <a:lvl4pPr>
              <a:defRPr/>
            </a:lvl4pPr>
            <a:lvl5pPr>
              <a:defRPr/>
            </a:lvl5pPr>
          </a:lstStyle>
          <a:p>
            <a:pPr marL="228594" lvl="0" indent="-228594" algn="l" defTabSz="914377" rtl="0" eaLnBrk="1" latinLnBrk="0" hangingPunct="1">
              <a:lnSpc>
                <a:spcPct val="100000"/>
              </a:lnSpc>
              <a:spcBef>
                <a:spcPts val="0"/>
              </a:spcBef>
              <a:spcAft>
                <a:spcPts val="1200"/>
              </a:spcAft>
            </a:pPr>
            <a:r>
              <a:rPr lang="en-GB"/>
              <a:t>00x</a:t>
            </a: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bwMode="gray">
          <a:xfrm>
            <a:off x="6095992" y="0"/>
            <a:ext cx="6096008" cy="6129340"/>
          </a:xfrm>
          <a:prstGeom prst="rect">
            <a:avLst/>
          </a:prstGeom>
          <a:solidFill>
            <a:schemeClr val="bg1">
              <a:lumMod val="95000"/>
            </a:schemeClr>
          </a:solidFill>
        </p:spPr>
        <p:txBody>
          <a:bodyPr tIns="457200" anchor="ctr"/>
          <a:lstStyle>
            <a:lvl1pPr marL="0" indent="0" algn="ctr">
              <a:buNone/>
              <a:defRPr sz="1400" b="0" i="0">
                <a:solidFill>
                  <a:schemeClr val="tx1"/>
                </a:solidFill>
                <a:latin typeface="Arial" panose="020B0604020202020204" pitchFamily="34" charset="0"/>
              </a:defRPr>
            </a:lvl1pPr>
          </a:lstStyle>
          <a:p>
            <a:r>
              <a:rPr lang="en-GB"/>
              <a:t>Drag picture to placeholder or click icon to add</a:t>
            </a:r>
            <a:endParaRPr lang="en-US"/>
          </a:p>
        </p:txBody>
      </p:sp>
      <p:cxnSp>
        <p:nvCxnSpPr>
          <p:cNvPr id="42" name="Straight Connector 41">
            <a:extLst>
              <a:ext uri="{FF2B5EF4-FFF2-40B4-BE49-F238E27FC236}">
                <a16:creationId xmlns:a16="http://schemas.microsoft.com/office/drawing/2014/main" id="{149C8D0A-C37D-4D9A-9703-8A0AFB18570C}"/>
              </a:ext>
              <a:ext uri="{C183D7F6-B498-43B3-948B-1728B52AA6E4}">
                <adec:decorative xmlns:adec="http://schemas.microsoft.com/office/drawing/2017/decorative" val="1"/>
              </a:ext>
            </a:extLst>
          </p:cNvPr>
          <p:cNvCxnSpPr>
            <a:cxnSpLocks/>
          </p:cNvCxnSpPr>
          <p:nvPr userDrawn="1"/>
        </p:nvCxnSpPr>
        <p:spPr>
          <a:xfrm>
            <a:off x="0" y="3076800"/>
            <a:ext cx="6096008"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1BE5BBCC-C957-48B6-99B6-EF1F3E80F622}"/>
              </a:ext>
              <a:ext uri="{C183D7F6-B498-43B3-948B-1728B52AA6E4}">
                <adec:decorative xmlns:adec="http://schemas.microsoft.com/office/drawing/2017/decorative" val="1"/>
              </a:ext>
            </a:extLst>
          </p:cNvPr>
          <p:cNvCxnSpPr>
            <a:cxnSpLocks/>
          </p:cNvCxnSpPr>
          <p:nvPr userDrawn="1"/>
        </p:nvCxnSpPr>
        <p:spPr>
          <a:xfrm>
            <a:off x="3143247" y="-1"/>
            <a:ext cx="0" cy="619200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4C6AFAE1-C867-607D-7626-06B37DD8931A}"/>
              </a:ext>
            </a:extLst>
          </p:cNvPr>
          <p:cNvSpPr>
            <a:spLocks noGrp="1"/>
          </p:cNvSpPr>
          <p:nvPr>
            <p:ph type="body" sz="quarter" idx="29"/>
          </p:nvPr>
        </p:nvSpPr>
        <p:spPr>
          <a:xfrm>
            <a:off x="3428995"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54F0D47A-40F3-3312-FD52-DB56907BD070}"/>
              </a:ext>
            </a:extLst>
          </p:cNvPr>
          <p:cNvSpPr>
            <a:spLocks noGrp="1"/>
          </p:cNvSpPr>
          <p:nvPr>
            <p:ph type="body" sz="quarter" idx="30"/>
          </p:nvPr>
        </p:nvSpPr>
        <p:spPr>
          <a:xfrm>
            <a:off x="571503" y="4508500"/>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EAF65655-CFF6-96F8-B90D-8BE8496D6801}"/>
              </a:ext>
            </a:extLst>
          </p:cNvPr>
          <p:cNvSpPr>
            <a:spLocks noGrp="1"/>
          </p:cNvSpPr>
          <p:nvPr>
            <p:ph type="body" sz="quarter" idx="31"/>
          </p:nvPr>
        </p:nvSpPr>
        <p:spPr>
          <a:xfrm>
            <a:off x="3428995"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F6B6460F-92C4-7868-A99F-7C747B39009C}"/>
              </a:ext>
            </a:extLst>
          </p:cNvPr>
          <p:cNvSpPr>
            <a:spLocks noGrp="1"/>
          </p:cNvSpPr>
          <p:nvPr>
            <p:ph type="body" sz="quarter" idx="32"/>
          </p:nvPr>
        </p:nvSpPr>
        <p:spPr>
          <a:xfrm>
            <a:off x="571503" y="1472692"/>
            <a:ext cx="2286000" cy="1439333"/>
          </a:xfrm>
        </p:spPr>
        <p:txBody>
          <a:bodyPr/>
          <a:lstStyle>
            <a:lvl1pPr>
              <a:spcAft>
                <a:spcPts val="600"/>
              </a:spcAft>
              <a:defRPr sz="1800" i="0">
                <a:solidFill>
                  <a:srgbClr val="FFFFFF"/>
                </a:solidFill>
                <a:latin typeface="Arial" panose="020B0604020202020204" pitchFamily="34" charset="0"/>
                <a:cs typeface="Arial" panose="020B0604020202020204" pitchFamily="34" charset="0"/>
              </a:defRPr>
            </a:lvl1pPr>
            <a:lvl2pPr marL="0" indent="0">
              <a:spcAft>
                <a:spcPts val="600"/>
              </a:spcAft>
              <a:buNone/>
              <a:defRPr sz="1200">
                <a:solidFill>
                  <a:srgbClr val="FFFFFF"/>
                </a:solidFill>
                <a:latin typeface="Arial" panose="020B0604020202020204" pitchFamily="34" charset="0"/>
                <a:cs typeface="Arial" panose="020B0604020202020204" pitchFamily="34" charset="0"/>
              </a:defRPr>
            </a:lvl2pPr>
            <a:lvl3pPr marL="230394" indent="-2303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3pPr>
            <a:lvl4pPr marL="230394" indent="-230394">
              <a:spcAft>
                <a:spcPts val="600"/>
              </a:spcAft>
              <a:defRPr sz="1200">
                <a:solidFill>
                  <a:srgbClr val="FFFFFF"/>
                </a:solidFill>
                <a:latin typeface="Arial" panose="020B0604020202020204" pitchFamily="34" charset="0"/>
                <a:cs typeface="Arial" panose="020B0604020202020204" pitchFamily="34" charset="0"/>
              </a:defRPr>
            </a:lvl4pPr>
            <a:lvl5pPr marL="230394" indent="-228594">
              <a:spcAft>
                <a:spcPts val="600"/>
              </a:spcAft>
              <a:buFont typeface="Arial" panose="020B0604020202020204" pitchFamily="34" charset="0"/>
              <a:buChar char="•"/>
              <a:tabLst/>
              <a:defRPr sz="1200">
                <a:solidFill>
                  <a:srgbClr val="FFFFFF"/>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Bottom tag">
            <a:extLst>
              <a:ext uri="{FF2B5EF4-FFF2-40B4-BE49-F238E27FC236}">
                <a16:creationId xmlns:a16="http://schemas.microsoft.com/office/drawing/2014/main" id="{C7D43BFE-04FF-915B-AF75-EF92EB85EE07}"/>
              </a:ext>
              <a:ext uri="{C183D7F6-B498-43B3-948B-1728B52AA6E4}">
                <adec:decorative xmlns:adec="http://schemas.microsoft.com/office/drawing/2017/decorative" val="1"/>
              </a:ext>
            </a:extLst>
          </p:cNvPr>
          <p:cNvSpPr/>
          <p:nvPr userDrawn="1"/>
        </p:nvSpPr>
        <p:spPr bwMode="white">
          <a:xfrm>
            <a:off x="0" y="6129340"/>
            <a:ext cx="12192000" cy="72866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b="0" i="0">
              <a:latin typeface="Arial" panose="020B0604020202020204" pitchFamily="34" charset="0"/>
            </a:endParaRPr>
          </a:p>
        </p:txBody>
      </p:sp>
      <p:sp>
        <p:nvSpPr>
          <p:cNvPr id="3" name="copyright">
            <a:extLst>
              <a:ext uri="{FF2B5EF4-FFF2-40B4-BE49-F238E27FC236}">
                <a16:creationId xmlns:a16="http://schemas.microsoft.com/office/drawing/2014/main" id="{6F38CEE2-3D5C-A0E3-1BE3-09AB0AC25463}"/>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bg1">
                    <a:lumMod val="85000"/>
                    <a:alpha val="75000"/>
                  </a:schemeClr>
                </a:solidFill>
                <a:latin typeface="Arial" panose="020B0604020202020204" pitchFamily="34" charset="0"/>
              </a:rPr>
              <a:t>Copyright © 2025 Accenture. All rights reserved.</a:t>
            </a:r>
            <a:endParaRPr lang="en-US" sz="1351" b="0" i="0" noProof="0">
              <a:solidFill>
                <a:schemeClr val="bg1">
                  <a:lumMod val="85000"/>
                  <a:alpha val="75000"/>
                </a:schemeClr>
              </a:solidFill>
              <a:latin typeface="Arial" panose="020B0604020202020204" pitchFamily="34" charset="0"/>
            </a:endParaRPr>
          </a:p>
        </p:txBody>
      </p:sp>
      <p:sp>
        <p:nvSpPr>
          <p:cNvPr id="6" name="slide number automatic">
            <a:extLst>
              <a:ext uri="{FF2B5EF4-FFF2-40B4-BE49-F238E27FC236}">
                <a16:creationId xmlns:a16="http://schemas.microsoft.com/office/drawing/2014/main" id="{FC53484B-EB21-70B6-32DD-8344CAE70A1C}"/>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bg1">
                  <a:lumMod val="85000"/>
                  <a:alpha val="75000"/>
                </a:schemeClr>
              </a:solidFill>
              <a:latin typeface="+mj-lt"/>
            </a:endParaRPr>
          </a:p>
        </p:txBody>
      </p:sp>
      <p:sp>
        <p:nvSpPr>
          <p:cNvPr id="12" name="GTS_WH">
            <a:extLst>
              <a:ext uri="{FF2B5EF4-FFF2-40B4-BE49-F238E27FC236}">
                <a16:creationId xmlns:a16="http://schemas.microsoft.com/office/drawing/2014/main" id="{2DFC2805-A4A5-BE1F-72EF-71C8FE15AD9C}"/>
              </a:ext>
              <a:ext uri="{C183D7F6-B498-43B3-948B-1728B52AA6E4}">
                <adec:decorative xmlns:adec="http://schemas.microsoft.com/office/drawing/2017/decorative" val="1"/>
              </a:ext>
            </a:extLst>
          </p:cNvPr>
          <p:cNvSpPr>
            <a:spLocks noChangeAspect="1"/>
          </p:cNvSpPr>
          <p:nvPr userDrawn="1"/>
        </p:nvSpPr>
        <p:spPr bwMode="black">
          <a:xfrm>
            <a:off x="561601" y="6384000"/>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cxnSp>
        <p:nvCxnSpPr>
          <p:cNvPr id="2" name="Straight Connector 1">
            <a:extLst>
              <a:ext uri="{FF2B5EF4-FFF2-40B4-BE49-F238E27FC236}">
                <a16:creationId xmlns:a16="http://schemas.microsoft.com/office/drawing/2014/main" id="{D50DFD68-7311-16D8-3418-1A322FD33528}"/>
              </a:ext>
              <a:ext uri="{C183D7F6-B498-43B3-948B-1728B52AA6E4}">
                <adec:decorative xmlns:adec="http://schemas.microsoft.com/office/drawing/2017/decorative" val="1"/>
              </a:ext>
            </a:extLst>
          </p:cNvPr>
          <p:cNvCxnSpPr>
            <a:cxnSpLocks/>
          </p:cNvCxnSpPr>
          <p:nvPr userDrawn="1"/>
        </p:nvCxnSpPr>
        <p:spPr>
          <a:xfrm>
            <a:off x="0" y="6124800"/>
            <a:ext cx="12192000" cy="0"/>
          </a:xfrm>
          <a:prstGeom prst="line">
            <a:avLst/>
          </a:prstGeom>
          <a:ln w="95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91471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alutation: purple">
    <p:bg>
      <p:bgPr>
        <a:solidFill>
          <a:srgbClr val="46007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406901E-2FDA-B887-CCF5-FADFC0C3B943}"/>
              </a:ext>
            </a:extLst>
          </p:cNvPr>
          <p:cNvSpPr>
            <a:spLocks noGrp="1"/>
          </p:cNvSpPr>
          <p:nvPr>
            <p:ph type="title" hasCustomPrompt="1"/>
          </p:nvPr>
        </p:nvSpPr>
        <p:spPr>
          <a:xfrm>
            <a:off x="6096000" y="2599460"/>
            <a:ext cx="4895849" cy="984885"/>
          </a:xfrm>
          <a:prstGeom prst="rect">
            <a:avLst/>
          </a:prstGeom>
        </p:spPr>
        <p:txBody>
          <a:bodyPr anchor="ctr"/>
          <a:lstStyle>
            <a:lvl1pPr algn="l">
              <a:defRPr sz="4000">
                <a:solidFill>
                  <a:schemeClr val="tx1"/>
                </a:solidFill>
              </a:defRPr>
            </a:lvl1pPr>
          </a:lstStyle>
          <a:p>
            <a:r>
              <a:rPr lang="en-GB"/>
              <a:t>Click to edit salutation style</a:t>
            </a:r>
            <a:endParaRPr lang="en-US"/>
          </a:p>
        </p:txBody>
      </p:sp>
      <p:pic>
        <p:nvPicPr>
          <p:cNvPr id="2" name="GT white">
            <a:extLst>
              <a:ext uri="{FF2B5EF4-FFF2-40B4-BE49-F238E27FC236}">
                <a16:creationId xmlns:a16="http://schemas.microsoft.com/office/drawing/2014/main" id="{64951822-2C90-C040-C685-A9310D23616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63638" y="5459982"/>
            <a:ext cx="609857" cy="669356"/>
          </a:xfrm>
          <a:prstGeom prst="rect">
            <a:avLst/>
          </a:prstGeom>
        </p:spPr>
      </p:pic>
      <p:sp>
        <p:nvSpPr>
          <p:cNvPr id="4" name="copyright">
            <a:extLst>
              <a:ext uri="{FF2B5EF4-FFF2-40B4-BE49-F238E27FC236}">
                <a16:creationId xmlns:a16="http://schemas.microsoft.com/office/drawing/2014/main" id="{5D5952F7-6C63-8F87-4E22-999BB41F26C3}"/>
              </a:ext>
            </a:extLst>
          </p:cNvPr>
          <p:cNvSpPr txBox="1"/>
          <p:nvPr userDrawn="1"/>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85000"/>
                    <a:alpha val="75000"/>
                  </a:schemeClr>
                </a:solidFill>
                <a:latin typeface="Arial" panose="020B0604020202020204" pitchFamily="34" charset="0"/>
              </a:rPr>
              <a:t>Copyright © 2025 Accenture. All rights reserved.</a:t>
            </a:r>
            <a:endParaRPr lang="en-US" sz="1351" b="0" i="0" noProof="0">
              <a:solidFill>
                <a:schemeClr val="tx1">
                  <a:lumMod val="85000"/>
                  <a:alpha val="75000"/>
                </a:schemeClr>
              </a:solidFill>
              <a:latin typeface="Arial" panose="020B0604020202020204" pitchFamily="34" charset="0"/>
            </a:endParaRPr>
          </a:p>
        </p:txBody>
      </p:sp>
      <p:sp>
        <p:nvSpPr>
          <p:cNvPr id="7" name="slide number automatic">
            <a:extLst>
              <a:ext uri="{FF2B5EF4-FFF2-40B4-BE49-F238E27FC236}">
                <a16:creationId xmlns:a16="http://schemas.microsoft.com/office/drawing/2014/main" id="{540D3C9F-6433-4B02-3A65-24CE972551FF}"/>
              </a:ext>
            </a:extLst>
          </p:cNvPr>
          <p:cNvSpPr txBox="1"/>
          <p:nvPr userDrawn="1"/>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85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85000"/>
                  <a:alpha val="75000"/>
                </a:schemeClr>
              </a:solidFill>
              <a:latin typeface="+mj-lt"/>
            </a:endParaRPr>
          </a:p>
        </p:txBody>
      </p:sp>
    </p:spTree>
    <p:extLst>
      <p:ext uri="{BB962C8B-B14F-4D97-AF65-F5344CB8AC3E}">
        <p14:creationId xmlns:p14="http://schemas.microsoft.com/office/powerpoint/2010/main" val="4281932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620" userDrawn="1">
          <p15:clr>
            <a:srgbClr val="C35E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652654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copyright">
            <a:extLst>
              <a:ext uri="{FF2B5EF4-FFF2-40B4-BE49-F238E27FC236}">
                <a16:creationId xmlns:a16="http://schemas.microsoft.com/office/drawing/2014/main" id="{8DEAF7F0-ADBE-DA4B-80DE-727BD0E615AA}"/>
              </a:ext>
            </a:extLst>
          </p:cNvPr>
          <p:cNvSpPr txBox="1"/>
          <p:nvPr/>
        </p:nvSpPr>
        <p:spPr>
          <a:xfrm>
            <a:off x="9221063" y="6429853"/>
            <a:ext cx="2208938"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r>
              <a:rPr lang="en-GB" sz="800" b="0" i="0">
                <a:solidFill>
                  <a:schemeClr val="tx1">
                    <a:lumMod val="50000"/>
                    <a:lumOff val="50000"/>
                    <a:alpha val="75000"/>
                  </a:schemeClr>
                </a:solidFill>
                <a:latin typeface="Arial" panose="020B0604020202020204" pitchFamily="34" charset="0"/>
              </a:rPr>
              <a:t>Copyright © 2025 Accenture. All rights reserved.</a:t>
            </a:r>
            <a:endParaRPr lang="en-US" sz="1351" b="0" i="0" noProof="0">
              <a:solidFill>
                <a:schemeClr val="tx1">
                  <a:lumMod val="50000"/>
                  <a:lumOff val="50000"/>
                  <a:alpha val="75000"/>
                </a:schemeClr>
              </a:solidFill>
              <a:latin typeface="Arial" panose="020B0604020202020204" pitchFamily="34" charset="0"/>
            </a:endParaRPr>
          </a:p>
        </p:txBody>
      </p:sp>
      <p:sp>
        <p:nvSpPr>
          <p:cNvPr id="26" name="slide number automatic">
            <a:extLst>
              <a:ext uri="{FF2B5EF4-FFF2-40B4-BE49-F238E27FC236}">
                <a16:creationId xmlns:a16="http://schemas.microsoft.com/office/drawing/2014/main" id="{A54DE5B9-F305-CC4E-9A6A-0DC78956D275}"/>
              </a:ext>
            </a:extLst>
          </p:cNvPr>
          <p:cNvSpPr txBox="1"/>
          <p:nvPr/>
        </p:nvSpPr>
        <p:spPr>
          <a:xfrm>
            <a:off x="11685965" y="6429853"/>
            <a:ext cx="125035" cy="123111"/>
          </a:xfrm>
          <a:prstGeom prst="rect">
            <a:avLst/>
          </a:prstGeom>
          <a:noFill/>
        </p:spPr>
        <p:txBody>
          <a:bodyPr wrap="none" lIns="0" tIns="0" rIns="0" bIns="0" rtlCol="0" anchor="ctr">
            <a:spAutoFit/>
          </a:bodyPr>
          <a:lstStyle/>
          <a:p>
            <a:pPr marL="0" marR="0" lvl="0" indent="0" algn="r" defTabSz="228594"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lumMod val="50000"/>
                    <a:lumOff val="50000"/>
                    <a:alpha val="75000"/>
                  </a:schemeClr>
                </a:solidFill>
                <a:latin typeface="+mj-lt"/>
              </a:rPr>
              <a:pPr marL="0" marR="0" lvl="0" indent="0" algn="r" defTabSz="228594" rtl="0" eaLnBrk="1" fontAlgn="auto" latinLnBrk="0" hangingPunct="1">
                <a:lnSpc>
                  <a:spcPct val="100000"/>
                </a:lnSpc>
                <a:spcBef>
                  <a:spcPts val="0"/>
                </a:spcBef>
                <a:spcAft>
                  <a:spcPts val="1200"/>
                </a:spcAft>
                <a:buClrTx/>
                <a:buSzTx/>
                <a:buFontTx/>
                <a:buNone/>
                <a:tabLst/>
                <a:defRPr/>
              </a:pPr>
              <a:t>‹#›</a:t>
            </a:fld>
            <a:endParaRPr lang="en-US" sz="1351" noProof="0">
              <a:solidFill>
                <a:schemeClr val="tx1">
                  <a:lumMod val="50000"/>
                  <a:lumOff val="50000"/>
                  <a:alpha val="75000"/>
                </a:schemeClr>
              </a:solidFill>
              <a:latin typeface="+mj-lt"/>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p:ph type="title"/>
          </p:nvPr>
        </p:nvSpPr>
        <p:spPr>
          <a:xfrm>
            <a:off x="565460" y="558086"/>
            <a:ext cx="11357865" cy="393954"/>
          </a:xfrm>
          <a:prstGeom prst="rect">
            <a:avLst/>
          </a:prstGeom>
        </p:spPr>
        <p:txBody>
          <a:bodyPr vert="horz" wrap="square" lIns="0" tIns="0" rIns="0" bIns="0" rtlCol="0" anchor="t">
            <a:spAutoFit/>
          </a:bodyPr>
          <a:lstStyle/>
          <a:p>
            <a:endParaRPr lang="en-US"/>
          </a:p>
        </p:txBody>
      </p:sp>
      <p:sp>
        <p:nvSpPr>
          <p:cNvPr id="3" name="Text Placeholder 2">
            <a:extLst>
              <a:ext uri="{FF2B5EF4-FFF2-40B4-BE49-F238E27FC236}">
                <a16:creationId xmlns:a16="http://schemas.microsoft.com/office/drawing/2014/main" id="{6D78F67F-4953-4937-B393-889106DBC906}"/>
              </a:ext>
            </a:extLst>
          </p:cNvPr>
          <p:cNvSpPr>
            <a:spLocks noGrp="1"/>
          </p:cNvSpPr>
          <p:nvPr>
            <p:ph type="body" idx="1"/>
          </p:nvPr>
        </p:nvSpPr>
        <p:spPr>
          <a:xfrm>
            <a:off x="565460" y="1371601"/>
            <a:ext cx="11357865" cy="4766863"/>
          </a:xfrm>
          <a:prstGeom prst="rect">
            <a:avLst/>
          </a:prstGeom>
          <a:ln>
            <a:noFill/>
          </a:ln>
        </p:spPr>
        <p:txBody>
          <a:bodyPr vert="horz" lIns="0" tIns="0" rIns="0" bIns="0" rtlCol="0">
            <a:noAutofit/>
          </a:bodyPr>
          <a:lstStyle/>
          <a:p>
            <a:pPr lvl="0"/>
            <a:r>
              <a:rPr lang="en-US"/>
              <a:t>First level (copy)</a:t>
            </a:r>
          </a:p>
          <a:p>
            <a:pPr lvl="1"/>
            <a:r>
              <a:rPr lang="en-US"/>
              <a:t>Second level (bullet)</a:t>
            </a:r>
          </a:p>
          <a:p>
            <a:pPr lvl="2"/>
            <a:r>
              <a:rPr lang="en-US"/>
              <a:t>Third level (bullet)</a:t>
            </a:r>
          </a:p>
          <a:p>
            <a:pPr lvl="3"/>
            <a:r>
              <a:rPr lang="en-US"/>
              <a:t>Fourth level (bullet)</a:t>
            </a:r>
          </a:p>
          <a:p>
            <a:pPr lvl="4"/>
            <a:r>
              <a:rPr lang="en-US"/>
              <a:t>Fifth level (bullet)</a:t>
            </a:r>
          </a:p>
          <a:p>
            <a:pPr lvl="5"/>
            <a:r>
              <a:rPr lang="en-US"/>
              <a:t>Sixth level (copy)</a:t>
            </a:r>
          </a:p>
          <a:p>
            <a:pPr lvl="6"/>
            <a:r>
              <a:rPr lang="en-US"/>
              <a:t>Seventh level (small copy)</a:t>
            </a:r>
          </a:p>
          <a:p>
            <a:pPr lvl="7"/>
            <a:r>
              <a:rPr lang="en-US"/>
              <a:t>EIGHT LEVEL (DESCRIPTOR)</a:t>
            </a:r>
          </a:p>
          <a:p>
            <a:pPr lvl="8"/>
            <a:r>
              <a:rPr lang="en-US"/>
              <a:t>Ninth level (footer)</a:t>
            </a:r>
          </a:p>
        </p:txBody>
      </p:sp>
      <p:sp>
        <p:nvSpPr>
          <p:cNvPr id="4" name="GTS_Purple">
            <a:extLst>
              <a:ext uri="{FF2B5EF4-FFF2-40B4-BE49-F238E27FC236}">
                <a16:creationId xmlns:a16="http://schemas.microsoft.com/office/drawing/2014/main" id="{43975608-6DA8-9707-7CBD-C871ED474F3A}"/>
              </a:ext>
              <a:ext uri="{C183D7F6-B498-43B3-948B-1728B52AA6E4}">
                <adec:decorative xmlns:adec="http://schemas.microsoft.com/office/drawing/2017/decorative" val="1"/>
              </a:ext>
            </a:extLst>
          </p:cNvPr>
          <p:cNvSpPr>
            <a:spLocks noChangeAspect="1"/>
          </p:cNvSpPr>
          <p:nvPr userDrawn="1"/>
        </p:nvSpPr>
        <p:spPr bwMode="auto">
          <a:xfrm>
            <a:off x="553175" y="6390824"/>
            <a:ext cx="183203"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A100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sz="1351" b="0" i="0">
              <a:latin typeface="Arial" panose="020B0604020202020204" pitchFamily="34" charset="0"/>
            </a:endParaRPr>
          </a:p>
        </p:txBody>
      </p:sp>
    </p:spTree>
    <p:extLst>
      <p:ext uri="{BB962C8B-B14F-4D97-AF65-F5344CB8AC3E}">
        <p14:creationId xmlns:p14="http://schemas.microsoft.com/office/powerpoint/2010/main" val="2457110672"/>
      </p:ext>
    </p:extLst>
  </p:cSld>
  <p:clrMap bg1="lt1" tx1="dk1" bg2="lt2" tx2="dk2" accent1="accent1" accent2="accent2" accent3="accent3" accent4="accent4" accent5="accent5" accent6="accent6" hlink="hlink" folHlink="folHlink"/>
  <p:sldLayoutIdLst>
    <p:sldLayoutId id="2147483768" r:id="rId1"/>
    <p:sldLayoutId id="2147483890" r:id="rId2"/>
    <p:sldLayoutId id="2147483893" r:id="rId3"/>
    <p:sldLayoutId id="2147483772" r:id="rId4"/>
    <p:sldLayoutId id="2147483897" r:id="rId5"/>
    <p:sldLayoutId id="2147483777" r:id="rId6"/>
    <p:sldLayoutId id="2147483799" r:id="rId7"/>
    <p:sldLayoutId id="2147483871" r:id="rId8"/>
    <p:sldLayoutId id="2147483872" r:id="rId9"/>
    <p:sldLayoutId id="2147483761" r:id="rId10"/>
    <p:sldLayoutId id="2147483760" r:id="rId11"/>
    <p:sldLayoutId id="2147483882" r:id="rId12"/>
    <p:sldLayoutId id="2147483849" r:id="rId13"/>
    <p:sldLayoutId id="2147483867" r:id="rId14"/>
    <p:sldLayoutId id="2147483879" r:id="rId15"/>
    <p:sldLayoutId id="2147483878" r:id="rId16"/>
    <p:sldLayoutId id="2147483649" r:id="rId17"/>
    <p:sldLayoutId id="2147483778" r:id="rId18"/>
    <p:sldLayoutId id="2147483864" r:id="rId19"/>
    <p:sldLayoutId id="2147483779" r:id="rId20"/>
    <p:sldLayoutId id="2147483865" r:id="rId21"/>
    <p:sldLayoutId id="2147483837" r:id="rId22"/>
    <p:sldLayoutId id="2147483781" r:id="rId23"/>
    <p:sldLayoutId id="2147483782" r:id="rId24"/>
    <p:sldLayoutId id="2147483783" r:id="rId25"/>
    <p:sldLayoutId id="2147483784" r:id="rId26"/>
    <p:sldLayoutId id="2147483876" r:id="rId27"/>
    <p:sldLayoutId id="2147483880" r:id="rId28"/>
    <p:sldLayoutId id="2147483873" r:id="rId29"/>
    <p:sldLayoutId id="2147483868" r:id="rId30"/>
    <p:sldLayoutId id="2147483869" r:id="rId31"/>
    <p:sldLayoutId id="2147483883" r:id="rId32"/>
    <p:sldLayoutId id="2147483861" r:id="rId33"/>
    <p:sldLayoutId id="2147483851" r:id="rId34"/>
    <p:sldLayoutId id="2147483792" r:id="rId35"/>
    <p:sldLayoutId id="2147483793" r:id="rId36"/>
    <p:sldLayoutId id="2147483875" r:id="rId37"/>
    <p:sldLayoutId id="2147483845" r:id="rId38"/>
    <p:sldLayoutId id="2147483857" r:id="rId39"/>
    <p:sldLayoutId id="2147483786" r:id="rId40"/>
    <p:sldLayoutId id="2147483787" r:id="rId41"/>
    <p:sldLayoutId id="2147483788" r:id="rId42"/>
    <p:sldLayoutId id="2147483858" r:id="rId43"/>
    <p:sldLayoutId id="2147483866" r:id="rId44"/>
    <p:sldLayoutId id="2147483790" r:id="rId45"/>
    <p:sldLayoutId id="2147483791" r:id="rId46"/>
    <p:sldLayoutId id="2147483863" r:id="rId47"/>
    <p:sldLayoutId id="2147483877" r:id="rId48"/>
    <p:sldLayoutId id="2147483795" r:id="rId49"/>
    <p:sldLayoutId id="2147483862" r:id="rId50"/>
    <p:sldLayoutId id="2147483794" r:id="rId51"/>
    <p:sldLayoutId id="2147483860" r:id="rId52"/>
    <p:sldLayoutId id="2147483833" r:id="rId53"/>
    <p:sldLayoutId id="2147483870" r:id="rId54"/>
  </p:sldLayoutIdLst>
  <p:hf sldNum="0" hdr="0" ftr="0" dt="0"/>
  <p:txStyles>
    <p:titleStyle>
      <a:lvl1pPr algn="l" defTabSz="914377" rtl="0" eaLnBrk="1" latinLnBrk="0" hangingPunct="1">
        <a:lnSpc>
          <a:spcPct val="80000"/>
        </a:lnSpc>
        <a:spcBef>
          <a:spcPct val="0"/>
        </a:spcBef>
        <a:buNone/>
        <a:defRPr sz="3200" b="1" i="0" kern="1200">
          <a:solidFill>
            <a:schemeClr val="tx1"/>
          </a:solidFill>
          <a:latin typeface="Arial" panose="020B0604020202020204" pitchFamily="34" charset="0"/>
          <a:ea typeface="+mj-ea"/>
          <a:cs typeface="+mj-cs"/>
        </a:defRPr>
      </a:lvl1pPr>
    </p:titleStyle>
    <p:bodyStyle>
      <a:lvl1pPr marL="0" indent="0" algn="l" defTabSz="228594" rtl="0" eaLnBrk="1" latinLnBrk="0" hangingPunct="1">
        <a:lnSpc>
          <a:spcPct val="100000"/>
        </a:lnSpc>
        <a:spcBef>
          <a:spcPts val="0"/>
        </a:spcBef>
        <a:spcAft>
          <a:spcPts val="1200"/>
        </a:spcAft>
        <a:buFont typeface="Arial" panose="020B0604020202020204" pitchFamily="34" charset="0"/>
        <a:buNone/>
        <a:defRPr sz="1400" b="0" kern="1200">
          <a:solidFill>
            <a:schemeClr val="tx1"/>
          </a:solidFill>
          <a:latin typeface="+mn-lt"/>
          <a:ea typeface="+mn-ea"/>
          <a:cs typeface="+mn-cs"/>
        </a:defRPr>
      </a:lvl1pPr>
      <a:lvl2pPr marL="228594" indent="-228594" algn="l" defTabSz="228594" rtl="0" eaLnBrk="1" latinLnBrk="0" hangingPunct="1">
        <a:lnSpc>
          <a:spcPct val="100000"/>
        </a:lnSpc>
        <a:spcBef>
          <a:spcPts val="0"/>
        </a:spcBef>
        <a:spcAft>
          <a:spcPts val="1200"/>
        </a:spcAft>
        <a:buClrTx/>
        <a:buFont typeface="Arial" panose="020B0604020202020204" pitchFamily="34" charset="0"/>
        <a:buChar char="•"/>
        <a:defRPr sz="1200" kern="1200">
          <a:solidFill>
            <a:schemeClr val="tx1"/>
          </a:solidFill>
          <a:latin typeface="+mn-lt"/>
          <a:ea typeface="+mn-ea"/>
          <a:cs typeface="+mn-cs"/>
        </a:defRPr>
      </a:lvl2pPr>
      <a:lvl3pPr marL="457189" indent="-228594" algn="l" defTabSz="228594" rtl="0" eaLnBrk="1" latinLnBrk="0" hangingPunct="1">
        <a:lnSpc>
          <a:spcPct val="100000"/>
        </a:lnSpc>
        <a:spcBef>
          <a:spcPts val="0"/>
        </a:spcBef>
        <a:spcAft>
          <a:spcPts val="1200"/>
        </a:spcAft>
        <a:buFont typeface="System Font"/>
        <a:buChar char="–"/>
        <a:defRPr sz="1200" kern="1200">
          <a:solidFill>
            <a:schemeClr val="tx1"/>
          </a:solidFill>
          <a:latin typeface="+mn-lt"/>
          <a:ea typeface="+mn-ea"/>
          <a:cs typeface="+mn-cs"/>
        </a:defRPr>
      </a:lvl3pPr>
      <a:lvl4pPr marL="685783" indent="-228594" algn="l" defTabSz="228594" rtl="0" eaLnBrk="1" latinLnBrk="0" hangingPunct="1">
        <a:lnSpc>
          <a:spcPct val="100000"/>
        </a:lnSpc>
        <a:spcBef>
          <a:spcPts val="0"/>
        </a:spcBef>
        <a:spcAft>
          <a:spcPts val="1200"/>
        </a:spcAft>
        <a:buFont typeface="Arial" panose="020B0604020202020204" pitchFamily="34" charset="0"/>
        <a:buChar char="•"/>
        <a:defRPr sz="1100" kern="1200">
          <a:solidFill>
            <a:schemeClr val="tx1"/>
          </a:solidFill>
          <a:latin typeface="+mn-lt"/>
          <a:ea typeface="+mn-ea"/>
          <a:cs typeface="+mn-cs"/>
        </a:defRPr>
      </a:lvl4pPr>
      <a:lvl5pPr marL="914377" indent="-228594" algn="l" defTabSz="228594" rtl="0" eaLnBrk="1" latinLnBrk="0" hangingPunct="1">
        <a:lnSpc>
          <a:spcPct val="100000"/>
        </a:lnSpc>
        <a:spcBef>
          <a:spcPts val="0"/>
        </a:spcBef>
        <a:spcAft>
          <a:spcPts val="1200"/>
        </a:spcAft>
        <a:buFont typeface="System Font"/>
        <a:buChar char="–"/>
        <a:defRPr sz="1100" kern="1200">
          <a:solidFill>
            <a:schemeClr val="tx1"/>
          </a:solidFill>
          <a:latin typeface="+mn-lt"/>
          <a:ea typeface="+mn-ea"/>
          <a:cs typeface="+mn-cs"/>
        </a:defRPr>
      </a:lvl5pPr>
      <a:lvl6pPr marL="11113" indent="0" algn="l" defTabSz="228594" rtl="0" eaLnBrk="1" latinLnBrk="0" hangingPunct="1">
        <a:lnSpc>
          <a:spcPct val="90000"/>
        </a:lnSpc>
        <a:spcBef>
          <a:spcPts val="0"/>
        </a:spcBef>
        <a:spcAft>
          <a:spcPts val="1200"/>
        </a:spcAft>
        <a:buFont typeface="Graphik" panose="020B0503030202060203" pitchFamily="34" charset="0"/>
        <a:buNone/>
        <a:tabLst/>
        <a:defRPr sz="1200" kern="1200">
          <a:solidFill>
            <a:schemeClr val="tx1"/>
          </a:solidFill>
          <a:latin typeface="+mn-lt"/>
          <a:ea typeface="+mn-ea"/>
          <a:cs typeface="+mn-cs"/>
        </a:defRPr>
      </a:lvl6pPr>
      <a:lvl7pPr marL="0" indent="0" algn="l" defTabSz="228594" rtl="0" eaLnBrk="1" latinLnBrk="0" hangingPunct="1">
        <a:lnSpc>
          <a:spcPct val="90000"/>
        </a:lnSpc>
        <a:spcBef>
          <a:spcPts val="0"/>
        </a:spcBef>
        <a:spcAft>
          <a:spcPts val="1200"/>
        </a:spcAft>
        <a:buFont typeface="Arial" panose="020B0604020202020204" pitchFamily="34" charset="0"/>
        <a:buNone/>
        <a:defRPr sz="1100" kern="1200">
          <a:solidFill>
            <a:schemeClr val="tx1"/>
          </a:solidFill>
          <a:latin typeface="+mn-lt"/>
          <a:ea typeface="+mn-ea"/>
          <a:cs typeface="+mn-cs"/>
        </a:defRPr>
      </a:lvl7pPr>
      <a:lvl8pPr marL="0" indent="0" algn="l" defTabSz="228594" rtl="0" eaLnBrk="1" latinLnBrk="0" hangingPunct="1">
        <a:lnSpc>
          <a:spcPct val="90000"/>
        </a:lnSpc>
        <a:spcBef>
          <a:spcPts val="0"/>
        </a:spcBef>
        <a:spcAft>
          <a:spcPts val="1200"/>
        </a:spcAft>
        <a:buFont typeface="Arial" panose="020B0604020202020204" pitchFamily="34" charset="0"/>
        <a:buNone/>
        <a:defRPr sz="900" b="1" kern="1200">
          <a:solidFill>
            <a:schemeClr val="tx1"/>
          </a:solidFill>
          <a:latin typeface="+mn-lt"/>
          <a:ea typeface="+mn-ea"/>
          <a:cs typeface="+mn-cs"/>
        </a:defRPr>
      </a:lvl8pPr>
      <a:lvl9pPr marL="0" indent="0" algn="l" defTabSz="228594" rtl="0" eaLnBrk="1" latinLnBrk="0" hangingPunct="1">
        <a:lnSpc>
          <a:spcPct val="90000"/>
        </a:lnSpc>
        <a:spcBef>
          <a:spcPts val="0"/>
        </a:spcBef>
        <a:spcAft>
          <a:spcPts val="1200"/>
        </a:spcAft>
        <a:buFont typeface="Arial" panose="020B0604020202020204" pitchFamily="34" charset="0"/>
        <a:buNone/>
        <a:defRPr sz="700" kern="1200">
          <a:solidFill>
            <a:schemeClr val="tx2"/>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userDrawn="1">
          <p15:clr>
            <a:srgbClr val="5ACBF0"/>
          </p15:clr>
        </p15:guide>
        <p15:guide id="8" pos="347" userDrawn="1">
          <p15:clr>
            <a:srgbClr val="9FCC3B"/>
          </p15:clr>
        </p15:guide>
        <p15:guide id="9" pos="733" userDrawn="1">
          <p15:clr>
            <a:srgbClr val="C35EA4"/>
          </p15:clr>
        </p15:guide>
        <p15:guide id="10" pos="7514" userDrawn="1">
          <p15:clr>
            <a:srgbClr val="5ACBF0"/>
          </p15:clr>
        </p15:guide>
        <p15:guide id="11" pos="166" userDrawn="1">
          <p15:clr>
            <a:srgbClr val="5ACBF0"/>
          </p15:clr>
        </p15:guide>
        <p15:guide id="12" orient="horz" pos="4156" userDrawn="1">
          <p15:clr>
            <a:srgbClr val="5ACBF0"/>
          </p15:clr>
        </p15:guide>
        <p15:guide id="13" pos="7333" userDrawn="1">
          <p15:clr>
            <a:srgbClr val="9FCC3B"/>
          </p15:clr>
        </p15:guide>
        <p15:guide id="14" orient="horz" pos="346" userDrawn="1">
          <p15:clr>
            <a:srgbClr val="9FCC3B"/>
          </p15:clr>
        </p15:guide>
        <p15:guide id="15" orient="horz" pos="3974" userDrawn="1">
          <p15:clr>
            <a:srgbClr val="9FCC3B"/>
          </p15:clr>
        </p15:guide>
        <p15:guide id="16" orient="horz" pos="845" userDrawn="1">
          <p15:clr>
            <a:srgbClr val="A4A3A4"/>
          </p15:clr>
        </p15:guide>
        <p15:guide id="17" orient="horz" pos="3861" userDrawn="1">
          <p15:clr>
            <a:srgbClr val="A4A3A4"/>
          </p15:clr>
        </p15:guide>
        <p15:guide id="18" pos="6924" userDrawn="1">
          <p15:clr>
            <a:srgbClr val="C35EA4"/>
          </p15:clr>
        </p15:guide>
        <p15:guide id="19" orient="horz" pos="1162" userDrawn="1">
          <p15:clr>
            <a:srgbClr val="FDE53C"/>
          </p15:clr>
        </p15:guide>
        <p15:guide id="20" pos="7015" userDrawn="1">
          <p15:clr>
            <a:srgbClr val="F26B43"/>
          </p15:clr>
        </p15:guide>
        <p15:guide id="21" pos="66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BEFB0FE-D8D6-61C0-9C6D-29C4798D0F07}"/>
              </a:ext>
            </a:extLst>
          </p:cNvPr>
          <p:cNvSpPr>
            <a:spLocks noGrp="1"/>
          </p:cNvSpPr>
          <p:nvPr>
            <p:ph type="title"/>
          </p:nvPr>
        </p:nvSpPr>
        <p:spPr/>
        <p:txBody>
          <a:bodyPr/>
          <a:lstStyle/>
          <a:p>
            <a:r>
              <a:rPr lang="en-US" dirty="0"/>
              <a:t>Strategic Narrative &amp; Unified Insights</a:t>
            </a:r>
          </a:p>
        </p:txBody>
      </p:sp>
      <p:sp>
        <p:nvSpPr>
          <p:cNvPr id="7" name="Content Placeholder 6">
            <a:extLst>
              <a:ext uri="{FF2B5EF4-FFF2-40B4-BE49-F238E27FC236}">
                <a16:creationId xmlns:a16="http://schemas.microsoft.com/office/drawing/2014/main" id="{91A7B5D9-462F-DBC5-CEED-1413FF2F9D94}"/>
              </a:ext>
            </a:extLst>
          </p:cNvPr>
          <p:cNvSpPr>
            <a:spLocks noGrp="1"/>
          </p:cNvSpPr>
          <p:nvPr>
            <p:ph idx="1"/>
          </p:nvPr>
        </p:nvSpPr>
        <p:spPr/>
        <p:txBody>
          <a:bodyPr/>
          <a:lstStyle/>
          <a:p>
            <a:r>
              <a:rPr lang="en-US" dirty="0"/>
              <a:t>**Unlocking Accelerated Growth Through Strategic Innovation**</a:t>
            </a:r>
            <a:br>
              <a:rPr lang="en-US" dirty="0"/>
            </a:br>
            <a:br>
              <a:rPr lang="en-US" dirty="0"/>
            </a:br>
            <a:r>
              <a:rPr lang="en-US" dirty="0"/>
              <a:t>In the rapidly evolving landscape of digital transformation, our solution stands as a beacon for organizations seeking to accelerate product launches and achieve measurable business outcomes. With a high-impact methodology, we prioritize business outcomes, ensuring flexibility and adaptability in the face of changing market conditions. Our unique selling proposition lies in industry specificity, offering tailored solutions deeply embedded within niche verticals.</a:t>
            </a:r>
            <a:br>
              <a:rPr lang="en-US" dirty="0"/>
            </a:br>
            <a:br>
              <a:rPr lang="en-US" dirty="0"/>
            </a:br>
            <a:r>
              <a:rPr lang="en-US" dirty="0"/>
              <a:t>Our strategic focus on data insights, automation, and scalable platforms empowers organizations to operate with heightened efficiency and speed. The solution is particularly effective for growth-oriented initiatives such as digital product launches, operational cost reduction, and customer experience improvements—where speed and tangible results are paramount.</a:t>
            </a:r>
            <a:br>
              <a:rPr lang="en-US" dirty="0"/>
            </a:br>
            <a:br>
              <a:rPr lang="en-US" dirty="0"/>
            </a:br>
            <a:r>
              <a:rPr lang="en-US" dirty="0"/>
              <a:t>Revenue growth is driven by recurring platform subscriptions, outcome-based service models, and advisory offerings, supported by cross-selling analytics and strategic consulting services. We differentiate ourselves by providing a clear path from strategy to execution, delivering measurable ROI and long-term value beyond mere implementation support.</a:t>
            </a:r>
            <a:br>
              <a:rPr lang="en-US" dirty="0"/>
            </a:br>
            <a:br>
              <a:rPr lang="en-US" dirty="0"/>
            </a:br>
            <a:r>
              <a:rPr lang="en-US" dirty="0"/>
              <a:t>Designed for strategic leaders and board members, our solution offers a compelling business narrative and a direct connection between capabilities and financial impact, ensuring decision-makers can easily visualize the return on investment. Prioritizing speed to market and risk management, we balance ambition with practicality, building a scalable foundation for sustained competitive advantage.</a:t>
            </a:r>
          </a:p>
          <a:p>
            <a:endParaRPr lang="en-US" dirty="0"/>
          </a:p>
        </p:txBody>
      </p:sp>
    </p:spTree>
    <p:extLst>
      <p:ext uri="{BB962C8B-B14F-4D97-AF65-F5344CB8AC3E}">
        <p14:creationId xmlns:p14="http://schemas.microsoft.com/office/powerpoint/2010/main" val="3953030093"/>
      </p:ext>
    </p:extLst>
  </p:cSld>
  <p:clrMapOvr>
    <a:masterClrMapping/>
  </p:clrMapOvr>
</p:sld>
</file>

<file path=ppt/theme/theme1.xml><?xml version="1.0" encoding="utf-8"?>
<a:theme xmlns:a="http://schemas.openxmlformats.org/drawingml/2006/main" name="Accenture 2025">
  <a:themeElements>
    <a:clrScheme name="Accenture">
      <a:dk1>
        <a:srgbClr val="000000"/>
      </a:dk1>
      <a:lt1>
        <a:srgbClr val="FFFFFF"/>
      </a:lt1>
      <a:dk2>
        <a:srgbClr val="A100FF"/>
      </a:dk2>
      <a:lt2>
        <a:srgbClr val="460073"/>
      </a:lt2>
      <a:accent1>
        <a:srgbClr val="7500C0"/>
      </a:accent1>
      <a:accent2>
        <a:srgbClr val="C2A3FF"/>
      </a:accent2>
      <a:accent3>
        <a:srgbClr val="E6DCFF"/>
      </a:accent3>
      <a:accent4>
        <a:srgbClr val="FF50A0"/>
      </a:accent4>
      <a:accent5>
        <a:srgbClr val="224BFF"/>
      </a:accent5>
      <a:accent6>
        <a:srgbClr val="05F2DB"/>
      </a:accent6>
      <a:hlink>
        <a:srgbClr val="A100FF"/>
      </a:hlink>
      <a:folHlink>
        <a:srgbClr val="7500C0"/>
      </a:folHlink>
    </a:clrScheme>
    <a:fontScheme name="ArialBold-Arial">
      <a:majorFont>
        <a:latin typeface="Arial Bold"/>
        <a:ea typeface=""/>
        <a:cs typeface=""/>
      </a:majorFont>
      <a:minorFont>
        <a:latin typeface="Arial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FY25-Branding-Guidelines_PPT-Arial_v22_Accessibility" id="{33788C37-3639-4140-8F0B-137AF9F415CF}" vid="{FB67132C-5BE2-C84B-880F-CAB797760289}"/>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38490fd2-3874-498a-a766-2fc8121cd514">
      <Terms xmlns="http://schemas.microsoft.com/office/infopath/2007/PartnerControls"/>
    </lcf76f155ced4ddcb4097134ff3c332f>
    <TaxCatchAll xmlns="9c82783a-043f-442e-839a-a2edde742a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F7A2D550D75BD947995C632333D530AD" ma:contentTypeVersion="16" ma:contentTypeDescription="Crie um novo documento." ma:contentTypeScope="" ma:versionID="44f7630f195cd5fe4623c43115f9f778">
  <xsd:schema xmlns:xsd="http://www.w3.org/2001/XMLSchema" xmlns:xs="http://www.w3.org/2001/XMLSchema" xmlns:p="http://schemas.microsoft.com/office/2006/metadata/properties" xmlns:ns2="9c82783a-043f-442e-839a-a2edde742a9b" xmlns:ns3="38490fd2-3874-498a-a766-2fc8121cd514" targetNamespace="http://schemas.microsoft.com/office/2006/metadata/properties" ma:root="true" ma:fieldsID="758fc7df70945e5ab80d8b231c324ae5" ns2:_="" ns3:_="">
    <xsd:import namespace="9c82783a-043f-442e-839a-a2edde742a9b"/>
    <xsd:import namespace="38490fd2-3874-498a-a766-2fc8121cd514"/>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82783a-043f-442e-839a-a2edde742a9b"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2" nillable="true" ma:displayName="Taxonomy Catch All Column" ma:hidden="true" ma:list="{e3a034e9-9b93-4ffb-8ea8-7796ba805990}" ma:internalName="TaxCatchAll" ma:showField="CatchAllData" ma:web="9c82783a-043f-442e-839a-a2edde742a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8490fd2-3874-498a-a766-2fc8121cd514"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Marcações de imagem"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9CBD5EA-191D-4269-ACD5-80F26C7B100A}">
  <ds:schemaRefs>
    <ds:schemaRef ds:uri="http://schemas.microsoft.com/sharepoint/v3/contenttype/forms"/>
  </ds:schemaRefs>
</ds:datastoreItem>
</file>

<file path=customXml/itemProps2.xml><?xml version="1.0" encoding="utf-8"?>
<ds:datastoreItem xmlns:ds="http://schemas.openxmlformats.org/officeDocument/2006/customXml" ds:itemID="{B6FDE27C-16C4-45FF-A19B-13BD8B1086D5}">
  <ds:schemaRefs>
    <ds:schemaRef ds:uri="http://schemas.microsoft.com/office/2006/metadata/properties"/>
    <ds:schemaRef ds:uri="38490fd2-3874-498a-a766-2fc8121cd514"/>
    <ds:schemaRef ds:uri="http://schemas.microsoft.com/office/infopath/2007/PartnerControls"/>
    <ds:schemaRef ds:uri="http://purl.org/dc/terms/"/>
    <ds:schemaRef ds:uri="http://schemas.microsoft.com/office/2006/documentManagement/types"/>
    <ds:schemaRef ds:uri="http://purl.org/dc/elements/1.1/"/>
    <ds:schemaRef ds:uri="http://purl.org/dc/dcmitype/"/>
    <ds:schemaRef ds:uri="http://schemas.openxmlformats.org/package/2006/metadata/core-properties"/>
    <ds:schemaRef ds:uri="9c82783a-043f-442e-839a-a2edde742a9b"/>
    <ds:schemaRef ds:uri="http://www.w3.org/XML/1998/namespace"/>
  </ds:schemaRefs>
</ds:datastoreItem>
</file>

<file path=customXml/itemProps3.xml><?xml version="1.0" encoding="utf-8"?>
<ds:datastoreItem xmlns:ds="http://schemas.openxmlformats.org/officeDocument/2006/customXml" ds:itemID="{67ADE9B4-EBDE-45D1-AC16-B0A6C99D46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c82783a-043f-442e-839a-a2edde742a9b"/>
    <ds:schemaRef ds:uri="38490fd2-3874-498a-a766-2fc8121cd5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FY25-Arial_Accessibility</Template>
  <TotalTime>59</TotalTime>
  <Words>250</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Arial Bold</vt:lpstr>
      <vt:lpstr>Arial Regular</vt:lpstr>
      <vt:lpstr>Graphik</vt:lpstr>
      <vt:lpstr>GT Sectra Fine Rg</vt:lpstr>
      <vt:lpstr>Palatino</vt:lpstr>
      <vt:lpstr>System Font</vt:lpstr>
      <vt:lpstr>Accenture 2025</vt:lpstr>
      <vt:lpstr>Strategic Narrative &amp; Unified Insights</vt:lpstr>
    </vt:vector>
  </TitlesOfParts>
  <Manager>Canvas team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Pura, Jan Ahr-El Y.</dc:creator>
  <cp:keywords/>
  <dc:description>version 18, Graphik font family</dc:description>
  <cp:lastModifiedBy>Gomez Vez, Rebeca</cp:lastModifiedBy>
  <cp:revision>8</cp:revision>
  <dcterms:created xsi:type="dcterms:W3CDTF">2025-12-02T13:53:45Z</dcterms:created>
  <dcterms:modified xsi:type="dcterms:W3CDTF">2026-02-19T12:25:19Z</dcterms:modified>
  <cp:category>template deck</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0x010100F7A2D550D75BD947995C632333D530AD</vt:lpwstr>
  </property>
  <property fmtid="{D5CDD505-2E9C-101B-9397-08002B2CF9AE}" pid="3" name="MediaServiceImageTags">
    <vt:lpwstr/>
  </property>
</Properties>
</file>